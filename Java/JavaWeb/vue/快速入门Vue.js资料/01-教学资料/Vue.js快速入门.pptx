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  <p:sldMasterId id="2147483651" r:id="rId2"/>
    <p:sldMasterId id="2147483665" r:id="rId3"/>
    <p:sldMasterId id="2147483660" r:id="rId4"/>
  </p:sldMasterIdLst>
  <p:notesMasterIdLst>
    <p:notesMasterId r:id="rId322"/>
  </p:notesMasterIdLst>
  <p:handoutMasterIdLst>
    <p:handoutMasterId r:id="rId323"/>
  </p:handoutMasterIdLst>
  <p:sldIdLst>
    <p:sldId id="281" r:id="rId5"/>
    <p:sldId id="677" r:id="rId6"/>
    <p:sldId id="462" r:id="rId7"/>
    <p:sldId id="681" r:id="rId8"/>
    <p:sldId id="463" r:id="rId9"/>
    <p:sldId id="682" r:id="rId10"/>
    <p:sldId id="680" r:id="rId11"/>
    <p:sldId id="683" r:id="rId12"/>
    <p:sldId id="676" r:id="rId13"/>
    <p:sldId id="694" r:id="rId14"/>
    <p:sldId id="695" r:id="rId15"/>
    <p:sldId id="697" r:id="rId16"/>
    <p:sldId id="698" r:id="rId17"/>
    <p:sldId id="699" r:id="rId18"/>
    <p:sldId id="700" r:id="rId19"/>
    <p:sldId id="712" r:id="rId20"/>
    <p:sldId id="713" r:id="rId21"/>
    <p:sldId id="714" r:id="rId22"/>
    <p:sldId id="715" r:id="rId23"/>
    <p:sldId id="717" r:id="rId24"/>
    <p:sldId id="720" r:id="rId25"/>
    <p:sldId id="718" r:id="rId26"/>
    <p:sldId id="723" r:id="rId27"/>
    <p:sldId id="721" r:id="rId28"/>
    <p:sldId id="722" r:id="rId29"/>
    <p:sldId id="725" r:id="rId30"/>
    <p:sldId id="730" r:id="rId31"/>
    <p:sldId id="726" r:id="rId32"/>
    <p:sldId id="731" r:id="rId33"/>
    <p:sldId id="729" r:id="rId34"/>
    <p:sldId id="751" r:id="rId35"/>
    <p:sldId id="742" r:id="rId36"/>
    <p:sldId id="743" r:id="rId37"/>
    <p:sldId id="744" r:id="rId38"/>
    <p:sldId id="745" r:id="rId39"/>
    <p:sldId id="746" r:id="rId40"/>
    <p:sldId id="747" r:id="rId41"/>
    <p:sldId id="748" r:id="rId42"/>
    <p:sldId id="749" r:id="rId43"/>
    <p:sldId id="750" r:id="rId44"/>
    <p:sldId id="523" r:id="rId45"/>
    <p:sldId id="524" r:id="rId46"/>
    <p:sldId id="528" r:id="rId47"/>
    <p:sldId id="532" r:id="rId48"/>
    <p:sldId id="530" r:id="rId49"/>
    <p:sldId id="531" r:id="rId50"/>
    <p:sldId id="536" r:id="rId51"/>
    <p:sldId id="529" r:id="rId52"/>
    <p:sldId id="527" r:id="rId53"/>
    <p:sldId id="587" r:id="rId54"/>
    <p:sldId id="535" r:id="rId55"/>
    <p:sldId id="533" r:id="rId56"/>
    <p:sldId id="534" r:id="rId57"/>
    <p:sldId id="537" r:id="rId58"/>
    <p:sldId id="538" r:id="rId59"/>
    <p:sldId id="539" r:id="rId60"/>
    <p:sldId id="540" r:id="rId61"/>
    <p:sldId id="545" r:id="rId62"/>
    <p:sldId id="541" r:id="rId63"/>
    <p:sldId id="544" r:id="rId64"/>
    <p:sldId id="546" r:id="rId65"/>
    <p:sldId id="554" r:id="rId66"/>
    <p:sldId id="547" r:id="rId67"/>
    <p:sldId id="548" r:id="rId68"/>
    <p:sldId id="556" r:id="rId69"/>
    <p:sldId id="555" r:id="rId70"/>
    <p:sldId id="557" r:id="rId71"/>
    <p:sldId id="558" r:id="rId72"/>
    <p:sldId id="559" r:id="rId73"/>
    <p:sldId id="560" r:id="rId74"/>
    <p:sldId id="563" r:id="rId75"/>
    <p:sldId id="561" r:id="rId76"/>
    <p:sldId id="562" r:id="rId77"/>
    <p:sldId id="553" r:id="rId78"/>
    <p:sldId id="564" r:id="rId79"/>
    <p:sldId id="566" r:id="rId80"/>
    <p:sldId id="565" r:id="rId81"/>
    <p:sldId id="583" r:id="rId82"/>
    <p:sldId id="584" r:id="rId83"/>
    <p:sldId id="582" r:id="rId84"/>
    <p:sldId id="569" r:id="rId85"/>
    <p:sldId id="572" r:id="rId86"/>
    <p:sldId id="573" r:id="rId87"/>
    <p:sldId id="574" r:id="rId88"/>
    <p:sldId id="575" r:id="rId89"/>
    <p:sldId id="576" r:id="rId90"/>
    <p:sldId id="577" r:id="rId91"/>
    <p:sldId id="579" r:id="rId92"/>
    <p:sldId id="580" r:id="rId93"/>
    <p:sldId id="581" r:id="rId94"/>
    <p:sldId id="589" r:id="rId95"/>
    <p:sldId id="591" r:id="rId96"/>
    <p:sldId id="590" r:id="rId97"/>
    <p:sldId id="603" r:id="rId98"/>
    <p:sldId id="592" r:id="rId99"/>
    <p:sldId id="593" r:id="rId100"/>
    <p:sldId id="594" r:id="rId101"/>
    <p:sldId id="605" r:id="rId102"/>
    <p:sldId id="604" r:id="rId103"/>
    <p:sldId id="595" r:id="rId104"/>
    <p:sldId id="598" r:id="rId105"/>
    <p:sldId id="600" r:id="rId106"/>
    <p:sldId id="596" r:id="rId107"/>
    <p:sldId id="601" r:id="rId108"/>
    <p:sldId id="602" r:id="rId109"/>
    <p:sldId id="629" r:id="rId110"/>
    <p:sldId id="642" r:id="rId111"/>
    <p:sldId id="630" r:id="rId112"/>
    <p:sldId id="643" r:id="rId113"/>
    <p:sldId id="644" r:id="rId114"/>
    <p:sldId id="645" r:id="rId115"/>
    <p:sldId id="646" r:id="rId116"/>
    <p:sldId id="647" r:id="rId117"/>
    <p:sldId id="648" r:id="rId118"/>
    <p:sldId id="649" r:id="rId119"/>
    <p:sldId id="641" r:id="rId120"/>
    <p:sldId id="651" r:id="rId121"/>
    <p:sldId id="661" r:id="rId122"/>
    <p:sldId id="652" r:id="rId123"/>
    <p:sldId id="653" r:id="rId124"/>
    <p:sldId id="654" r:id="rId125"/>
    <p:sldId id="662" r:id="rId126"/>
    <p:sldId id="752" r:id="rId127"/>
    <p:sldId id="655" r:id="rId128"/>
    <p:sldId id="663" r:id="rId129"/>
    <p:sldId id="666" r:id="rId130"/>
    <p:sldId id="664" r:id="rId131"/>
    <p:sldId id="758" r:id="rId132"/>
    <p:sldId id="753" r:id="rId133"/>
    <p:sldId id="665" r:id="rId134"/>
    <p:sldId id="754" r:id="rId135"/>
    <p:sldId id="756" r:id="rId136"/>
    <p:sldId id="757" r:id="rId137"/>
    <p:sldId id="660" r:id="rId138"/>
    <p:sldId id="760" r:id="rId139"/>
    <p:sldId id="777" r:id="rId140"/>
    <p:sldId id="761" r:id="rId141"/>
    <p:sldId id="778" r:id="rId142"/>
    <p:sldId id="780" r:id="rId143"/>
    <p:sldId id="782" r:id="rId144"/>
    <p:sldId id="783" r:id="rId145"/>
    <p:sldId id="784" r:id="rId146"/>
    <p:sldId id="785" r:id="rId147"/>
    <p:sldId id="786" r:id="rId148"/>
    <p:sldId id="787" r:id="rId149"/>
    <p:sldId id="788" r:id="rId150"/>
    <p:sldId id="789" r:id="rId151"/>
    <p:sldId id="791" r:id="rId152"/>
    <p:sldId id="790" r:id="rId153"/>
    <p:sldId id="776" r:id="rId154"/>
    <p:sldId id="793" r:id="rId155"/>
    <p:sldId id="808" r:id="rId156"/>
    <p:sldId id="809" r:id="rId157"/>
    <p:sldId id="810" r:id="rId158"/>
    <p:sldId id="811" r:id="rId159"/>
    <p:sldId id="812" r:id="rId160"/>
    <p:sldId id="813" r:id="rId161"/>
    <p:sldId id="814" r:id="rId162"/>
    <p:sldId id="815" r:id="rId163"/>
    <p:sldId id="816" r:id="rId164"/>
    <p:sldId id="817" r:id="rId165"/>
    <p:sldId id="818" r:id="rId166"/>
    <p:sldId id="819" r:id="rId167"/>
    <p:sldId id="822" r:id="rId168"/>
    <p:sldId id="820" r:id="rId169"/>
    <p:sldId id="821" r:id="rId170"/>
    <p:sldId id="826" r:id="rId171"/>
    <p:sldId id="839" r:id="rId172"/>
    <p:sldId id="827" r:id="rId173"/>
    <p:sldId id="828" r:id="rId174"/>
    <p:sldId id="840" r:id="rId175"/>
    <p:sldId id="841" r:id="rId176"/>
    <p:sldId id="842" r:id="rId177"/>
    <p:sldId id="843" r:id="rId178"/>
    <p:sldId id="838" r:id="rId179"/>
    <p:sldId id="845" r:id="rId180"/>
    <p:sldId id="853" r:id="rId181"/>
    <p:sldId id="846" r:id="rId182"/>
    <p:sldId id="854" r:id="rId183"/>
    <p:sldId id="857" r:id="rId184"/>
    <p:sldId id="847" r:id="rId185"/>
    <p:sldId id="856" r:id="rId186"/>
    <p:sldId id="855" r:id="rId187"/>
    <p:sldId id="858" r:id="rId188"/>
    <p:sldId id="859" r:id="rId189"/>
    <p:sldId id="852" r:id="rId190"/>
    <p:sldId id="861" r:id="rId191"/>
    <p:sldId id="871" r:id="rId192"/>
    <p:sldId id="862" r:id="rId193"/>
    <p:sldId id="876" r:id="rId194"/>
    <p:sldId id="883" r:id="rId195"/>
    <p:sldId id="884" r:id="rId196"/>
    <p:sldId id="885" r:id="rId197"/>
    <p:sldId id="886" r:id="rId198"/>
    <p:sldId id="887" r:id="rId199"/>
    <p:sldId id="888" r:id="rId200"/>
    <p:sldId id="877" r:id="rId201"/>
    <p:sldId id="882" r:id="rId202"/>
    <p:sldId id="889" r:id="rId203"/>
    <p:sldId id="890" r:id="rId204"/>
    <p:sldId id="891" r:id="rId205"/>
    <p:sldId id="892" r:id="rId206"/>
    <p:sldId id="894" r:id="rId207"/>
    <p:sldId id="900" r:id="rId208"/>
    <p:sldId id="895" r:id="rId209"/>
    <p:sldId id="901" r:id="rId210"/>
    <p:sldId id="902" r:id="rId211"/>
    <p:sldId id="899" r:id="rId212"/>
    <p:sldId id="904" r:id="rId213"/>
    <p:sldId id="909" r:id="rId214"/>
    <p:sldId id="905" r:id="rId215"/>
    <p:sldId id="906" r:id="rId216"/>
    <p:sldId id="910" r:id="rId217"/>
    <p:sldId id="908" r:id="rId218"/>
    <p:sldId id="912" r:id="rId219"/>
    <p:sldId id="917" r:id="rId220"/>
    <p:sldId id="913" r:id="rId221"/>
    <p:sldId id="914" r:id="rId222"/>
    <p:sldId id="918" r:id="rId223"/>
    <p:sldId id="919" r:id="rId224"/>
    <p:sldId id="920" r:id="rId225"/>
    <p:sldId id="921" r:id="rId226"/>
    <p:sldId id="922" r:id="rId227"/>
    <p:sldId id="622" r:id="rId228"/>
    <p:sldId id="923" r:id="rId229"/>
    <p:sldId id="926" r:id="rId230"/>
    <p:sldId id="927" r:id="rId231"/>
    <p:sldId id="928" r:id="rId232"/>
    <p:sldId id="929" r:id="rId233"/>
    <p:sldId id="930" r:id="rId234"/>
    <p:sldId id="932" r:id="rId235"/>
    <p:sldId id="933" r:id="rId236"/>
    <p:sldId id="931" r:id="rId237"/>
    <p:sldId id="937" r:id="rId238"/>
    <p:sldId id="934" r:id="rId239"/>
    <p:sldId id="935" r:id="rId240"/>
    <p:sldId id="936" r:id="rId241"/>
    <p:sldId id="938" r:id="rId242"/>
    <p:sldId id="950" r:id="rId243"/>
    <p:sldId id="951" r:id="rId244"/>
    <p:sldId id="939" r:id="rId245"/>
    <p:sldId id="949" r:id="rId246"/>
    <p:sldId id="953" r:id="rId247"/>
    <p:sldId id="957" r:id="rId248"/>
    <p:sldId id="954" r:id="rId249"/>
    <p:sldId id="960" r:id="rId250"/>
    <p:sldId id="962" r:id="rId251"/>
    <p:sldId id="963" r:id="rId252"/>
    <p:sldId id="964" r:id="rId253"/>
    <p:sldId id="965" r:id="rId254"/>
    <p:sldId id="966" r:id="rId255"/>
    <p:sldId id="978" r:id="rId256"/>
    <p:sldId id="961" r:id="rId257"/>
    <p:sldId id="968" r:id="rId258"/>
    <p:sldId id="974" r:id="rId259"/>
    <p:sldId id="975" r:id="rId260"/>
    <p:sldId id="977" r:id="rId261"/>
    <p:sldId id="976" r:id="rId262"/>
    <p:sldId id="973" r:id="rId263"/>
    <p:sldId id="979" r:id="rId264"/>
    <p:sldId id="980" r:id="rId265"/>
    <p:sldId id="983" r:id="rId266"/>
    <p:sldId id="985" r:id="rId267"/>
    <p:sldId id="989" r:id="rId268"/>
    <p:sldId id="990" r:id="rId269"/>
    <p:sldId id="991" r:id="rId270"/>
    <p:sldId id="994" r:id="rId271"/>
    <p:sldId id="993" r:id="rId272"/>
    <p:sldId id="992" r:id="rId273"/>
    <p:sldId id="996" r:id="rId274"/>
    <p:sldId id="995" r:id="rId275"/>
    <p:sldId id="998" r:id="rId276"/>
    <p:sldId id="1005" r:id="rId277"/>
    <p:sldId id="999" r:id="rId278"/>
    <p:sldId id="1006" r:id="rId279"/>
    <p:sldId id="1009" r:id="rId280"/>
    <p:sldId id="1008" r:id="rId281"/>
    <p:sldId id="1010" r:id="rId282"/>
    <p:sldId id="1007" r:id="rId283"/>
    <p:sldId id="1004" r:id="rId284"/>
    <p:sldId id="1012" r:id="rId285"/>
    <p:sldId id="1020" r:id="rId286"/>
    <p:sldId id="1013" r:id="rId287"/>
    <p:sldId id="1022" r:id="rId288"/>
    <p:sldId id="1025" r:id="rId289"/>
    <p:sldId id="1024" r:id="rId290"/>
    <p:sldId id="1023" r:id="rId291"/>
    <p:sldId id="1019" r:id="rId292"/>
    <p:sldId id="1027" r:id="rId293"/>
    <p:sldId id="1034" r:id="rId294"/>
    <p:sldId id="1028" r:id="rId295"/>
    <p:sldId id="1035" r:id="rId296"/>
    <p:sldId id="1037" r:id="rId297"/>
    <p:sldId id="1036" r:id="rId298"/>
    <p:sldId id="1033" r:id="rId299"/>
    <p:sldId id="1039" r:id="rId300"/>
    <p:sldId id="1045" r:id="rId301"/>
    <p:sldId id="1040" r:id="rId302"/>
    <p:sldId id="1046" r:id="rId303"/>
    <p:sldId id="1048" r:id="rId304"/>
    <p:sldId id="1047" r:id="rId305"/>
    <p:sldId id="1044" r:id="rId306"/>
    <p:sldId id="1050" r:id="rId307"/>
    <p:sldId id="1056" r:id="rId308"/>
    <p:sldId id="1051" r:id="rId309"/>
    <p:sldId id="1057" r:id="rId310"/>
    <p:sldId id="1060" r:id="rId311"/>
    <p:sldId id="1059" r:id="rId312"/>
    <p:sldId id="1058" r:id="rId313"/>
    <p:sldId id="1061" r:id="rId314"/>
    <p:sldId id="1062" r:id="rId315"/>
    <p:sldId id="1055" r:id="rId316"/>
    <p:sldId id="1063" r:id="rId317"/>
    <p:sldId id="1064" r:id="rId318"/>
    <p:sldId id="1065" r:id="rId319"/>
    <p:sldId id="1066" r:id="rId320"/>
    <p:sldId id="1067" r:id="rId321"/>
  </p:sldIdLst>
  <p:sldSz cx="9144000" cy="5143500" type="screen16x9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1.课程介绍" id="{8AA9F8C1-091D-4612-B364-30D0E94FF20A}">
          <p14:sldIdLst>
            <p14:sldId id="281"/>
            <p14:sldId id="677"/>
            <p14:sldId id="462"/>
            <p14:sldId id="681"/>
            <p14:sldId id="463"/>
            <p14:sldId id="682"/>
            <p14:sldId id="680"/>
            <p14:sldId id="683"/>
            <p14:sldId id="676"/>
          </p14:sldIdLst>
        </p14:section>
        <p14:section name="02.Vue基础-Vue简介" id="{0BC38237-C3E5-469F-B0CD-C31D4581EED4}">
          <p14:sldIdLst>
            <p14:sldId id="694"/>
            <p14:sldId id="695"/>
            <p14:sldId id="697"/>
            <p14:sldId id="698"/>
            <p14:sldId id="699"/>
            <p14:sldId id="700"/>
          </p14:sldIdLst>
        </p14:section>
        <p14:section name="03.Vue基础-第一个Vue示例" id="{756348E0-D52A-42D2-896F-2CEC3BB63FFD}">
          <p14:sldIdLst>
            <p14:sldId id="712"/>
            <p14:sldId id="713"/>
            <p14:sldId id="714"/>
            <p14:sldId id="715"/>
          </p14:sldIdLst>
        </p14:section>
        <p14:section name="04.Vue基础-el挂载点" id="{B23B583A-A8A3-4E83-A4F4-4FF2794A7488}">
          <p14:sldIdLst>
            <p14:sldId id="717"/>
            <p14:sldId id="720"/>
            <p14:sldId id="718"/>
            <p14:sldId id="723"/>
            <p14:sldId id="721"/>
            <p14:sldId id="722"/>
          </p14:sldIdLst>
        </p14:section>
        <p14:section name="05.Vue基础-data数据对象" id="{EE35CAEF-D92C-4E8E-8076-E2C66B5E54FE}">
          <p14:sldIdLst>
            <p14:sldId id="725"/>
            <p14:sldId id="730"/>
            <p14:sldId id="726"/>
            <p14:sldId id="731"/>
            <p14:sldId id="729"/>
          </p14:sldIdLst>
        </p14:section>
        <p14:section name="06.Vue本地应用-介绍" id="{EA84DB2A-78A2-46E6-AC03-8ED141539D2E}">
          <p14:sldIdLst>
            <p14:sldId id="751"/>
            <p14:sldId id="742"/>
            <p14:sldId id="743"/>
            <p14:sldId id="744"/>
            <p14:sldId id="745"/>
            <p14:sldId id="746"/>
            <p14:sldId id="747"/>
            <p14:sldId id="748"/>
            <p14:sldId id="749"/>
            <p14:sldId id="750"/>
          </p14:sldIdLst>
        </p14:section>
        <p14:section name="07.Vue本地应用-v-text指令" id="{2C27624D-9691-4F64-AB62-E64909FBDBCB}">
          <p14:sldIdLst>
            <p14:sldId id="523"/>
            <p14:sldId id="524"/>
            <p14:sldId id="528"/>
            <p14:sldId id="532"/>
            <p14:sldId id="530"/>
            <p14:sldId id="531"/>
            <p14:sldId id="536"/>
            <p14:sldId id="529"/>
            <p14:sldId id="527"/>
            <p14:sldId id="587"/>
            <p14:sldId id="535"/>
          </p14:sldIdLst>
        </p14:section>
        <p14:section name="08.Vue本地应用-v-html指令" id="{06569236-3B68-4CF1-8ABC-D4DDDB8A4B39}">
          <p14:sldIdLst>
            <p14:sldId id="533"/>
            <p14:sldId id="534"/>
            <p14:sldId id="537"/>
            <p14:sldId id="538"/>
            <p14:sldId id="539"/>
            <p14:sldId id="540"/>
            <p14:sldId id="545"/>
            <p14:sldId id="541"/>
            <p14:sldId id="544"/>
          </p14:sldIdLst>
        </p14:section>
        <p14:section name="09.Vue本地应用-v-on基础" id="{4F3AA6C3-3990-43DC-8FF5-028995CD8DEA}">
          <p14:sldIdLst>
            <p14:sldId id="546"/>
            <p14:sldId id="554"/>
            <p14:sldId id="547"/>
            <p14:sldId id="548"/>
            <p14:sldId id="556"/>
            <p14:sldId id="555"/>
            <p14:sldId id="557"/>
            <p14:sldId id="558"/>
            <p14:sldId id="559"/>
            <p14:sldId id="560"/>
            <p14:sldId id="563"/>
            <p14:sldId id="561"/>
            <p14:sldId id="562"/>
            <p14:sldId id="553"/>
          </p14:sldIdLst>
        </p14:section>
        <p14:section name="10.Vue本地应用-计数器" id="{42181BDE-76C9-4F6B-B907-CED7C8DD1456}">
          <p14:sldIdLst>
            <p14:sldId id="564"/>
            <p14:sldId id="566"/>
            <p14:sldId id="565"/>
            <p14:sldId id="583"/>
            <p14:sldId id="584"/>
            <p14:sldId id="582"/>
            <p14:sldId id="569"/>
            <p14:sldId id="572"/>
            <p14:sldId id="573"/>
            <p14:sldId id="574"/>
            <p14:sldId id="575"/>
            <p14:sldId id="576"/>
            <p14:sldId id="577"/>
            <p14:sldId id="579"/>
            <p14:sldId id="580"/>
            <p14:sldId id="581"/>
          </p14:sldIdLst>
        </p14:section>
        <p14:section name="11.Vue本地应用-v-show指令" id="{9FA7A60D-972C-4D2D-99AC-BD6E7189A264}">
          <p14:sldIdLst>
            <p14:sldId id="589"/>
            <p14:sldId id="591"/>
            <p14:sldId id="590"/>
            <p14:sldId id="603"/>
            <p14:sldId id="592"/>
            <p14:sldId id="593"/>
            <p14:sldId id="594"/>
            <p14:sldId id="605"/>
            <p14:sldId id="604"/>
            <p14:sldId id="595"/>
            <p14:sldId id="598"/>
            <p14:sldId id="600"/>
            <p14:sldId id="596"/>
            <p14:sldId id="601"/>
            <p14:sldId id="602"/>
          </p14:sldIdLst>
        </p14:section>
        <p14:section name="12.Vue本地应用-v-if指令" id="{44DA0D24-CA2C-44FF-B565-8EEFD5857E25}">
          <p14:sldIdLst>
            <p14:sldId id="629"/>
            <p14:sldId id="642"/>
            <p14:sldId id="630"/>
            <p14:sldId id="643"/>
            <p14:sldId id="644"/>
            <p14:sldId id="645"/>
            <p14:sldId id="646"/>
            <p14:sldId id="647"/>
            <p14:sldId id="648"/>
            <p14:sldId id="649"/>
            <p14:sldId id="641"/>
          </p14:sldIdLst>
        </p14:section>
        <p14:section name="13.Vue本地应用-v-bind指令" id="{0CE312DF-0C9E-46D0-8B7E-50A6C0C76D6A}">
          <p14:sldIdLst>
            <p14:sldId id="651"/>
            <p14:sldId id="661"/>
            <p14:sldId id="652"/>
            <p14:sldId id="653"/>
            <p14:sldId id="654"/>
            <p14:sldId id="662"/>
            <p14:sldId id="752"/>
            <p14:sldId id="655"/>
            <p14:sldId id="663"/>
            <p14:sldId id="666"/>
            <p14:sldId id="664"/>
            <p14:sldId id="758"/>
            <p14:sldId id="753"/>
            <p14:sldId id="665"/>
            <p14:sldId id="754"/>
            <p14:sldId id="756"/>
            <p14:sldId id="757"/>
            <p14:sldId id="660"/>
          </p14:sldIdLst>
        </p14:section>
        <p14:section name="14.Vue本地应用-图片切换" id="{80BD8852-E6D9-4603-BE97-0A2E1922151B}">
          <p14:sldIdLst>
            <p14:sldId id="760"/>
            <p14:sldId id="777"/>
            <p14:sldId id="761"/>
            <p14:sldId id="778"/>
            <p14:sldId id="780"/>
            <p14:sldId id="782"/>
            <p14:sldId id="783"/>
            <p14:sldId id="784"/>
            <p14:sldId id="785"/>
            <p14:sldId id="786"/>
            <p14:sldId id="787"/>
            <p14:sldId id="788"/>
            <p14:sldId id="789"/>
            <p14:sldId id="791"/>
            <p14:sldId id="790"/>
            <p14:sldId id="776"/>
          </p14:sldIdLst>
        </p14:section>
        <p14:section name="15.Vue本地应用-v-for指令" id="{A6AFF3AB-6246-43AE-A405-4FFC116A48C8}">
          <p14:sldIdLst>
            <p14:sldId id="793"/>
            <p14:sldId id="808"/>
            <p14:sldId id="809"/>
            <p14:sldId id="810"/>
            <p14:sldId id="811"/>
            <p14:sldId id="812"/>
            <p14:sldId id="813"/>
            <p14:sldId id="814"/>
            <p14:sldId id="815"/>
            <p14:sldId id="816"/>
            <p14:sldId id="817"/>
            <p14:sldId id="818"/>
            <p14:sldId id="819"/>
            <p14:sldId id="822"/>
            <p14:sldId id="820"/>
            <p14:sldId id="821"/>
          </p14:sldIdLst>
        </p14:section>
        <p14:section name="16.Vue本地应用-v-on补充" id="{B591C569-9198-4C6E-9D2B-6E7347AC77AB}">
          <p14:sldIdLst>
            <p14:sldId id="826"/>
            <p14:sldId id="839"/>
            <p14:sldId id="827"/>
            <p14:sldId id="828"/>
            <p14:sldId id="840"/>
            <p14:sldId id="841"/>
            <p14:sldId id="842"/>
            <p14:sldId id="843"/>
            <p14:sldId id="838"/>
          </p14:sldIdLst>
        </p14:section>
        <p14:section name="16.Vue本地应用-v-model指令" id="{30ADF134-17CF-4FB5-B9F1-5C65CD4A99B5}">
          <p14:sldIdLst>
            <p14:sldId id="845"/>
            <p14:sldId id="853"/>
            <p14:sldId id="846"/>
            <p14:sldId id="854"/>
            <p14:sldId id="857"/>
            <p14:sldId id="847"/>
            <p14:sldId id="856"/>
            <p14:sldId id="855"/>
            <p14:sldId id="858"/>
            <p14:sldId id="859"/>
            <p14:sldId id="852"/>
          </p14:sldIdLst>
        </p14:section>
        <p14:section name="17.Vue本地应用-记事本-介绍" id="{22030DCD-C5B9-4B9A-84B2-BE3CC60B1008}">
          <p14:sldIdLst>
            <p14:sldId id="861"/>
            <p14:sldId id="871"/>
            <p14:sldId id="862"/>
          </p14:sldIdLst>
        </p14:section>
        <p14:section name="18.Vue本地应用-记事本-新增" id="{AA269908-2049-4E4E-96BF-B2F8F1E16893}">
          <p14:sldIdLst>
            <p14:sldId id="876"/>
            <p14:sldId id="883"/>
            <p14:sldId id="884"/>
            <p14:sldId id="885"/>
            <p14:sldId id="886"/>
            <p14:sldId id="887"/>
          </p14:sldIdLst>
        </p14:section>
        <p14:section name="19.Vue本地应用-记事本-删除" id="{D56599FF-80B1-476A-AE94-DB1F4C519CD2}">
          <p14:sldIdLst>
            <p14:sldId id="888"/>
            <p14:sldId id="877"/>
            <p14:sldId id="882"/>
            <p14:sldId id="889"/>
            <p14:sldId id="890"/>
            <p14:sldId id="891"/>
            <p14:sldId id="892"/>
          </p14:sldIdLst>
        </p14:section>
        <p14:section name="20.Vue本地应用-记事本-统计" id="{F147226A-1DA5-4496-A07D-6AEEF50BC997}">
          <p14:sldIdLst>
            <p14:sldId id="894"/>
            <p14:sldId id="900"/>
            <p14:sldId id="895"/>
            <p14:sldId id="901"/>
            <p14:sldId id="902"/>
            <p14:sldId id="899"/>
          </p14:sldIdLst>
        </p14:section>
        <p14:section name="21.Vue本地应用-记事本-清空" id="{6C27CCCE-D420-4A2D-BF59-12B9686056F2}">
          <p14:sldIdLst>
            <p14:sldId id="904"/>
            <p14:sldId id="909"/>
            <p14:sldId id="905"/>
            <p14:sldId id="906"/>
            <p14:sldId id="910"/>
            <p14:sldId id="908"/>
          </p14:sldIdLst>
        </p14:section>
        <p14:section name="22.Vue本地应用-记事本-隐藏" id="{6EE17DE6-66D1-44B4-BAF4-DCBACB0C4072}">
          <p14:sldIdLst>
            <p14:sldId id="912"/>
            <p14:sldId id="917"/>
            <p14:sldId id="913"/>
            <p14:sldId id="914"/>
            <p14:sldId id="918"/>
            <p14:sldId id="919"/>
            <p14:sldId id="920"/>
          </p14:sldIdLst>
        </p14:section>
        <p14:section name="23.Vue网络应用-介绍" id="{DA5E0FC3-D003-4671-BA18-62DD0EB48E2E}">
          <p14:sldIdLst>
            <p14:sldId id="921"/>
            <p14:sldId id="922"/>
            <p14:sldId id="622"/>
            <p14:sldId id="923"/>
          </p14:sldIdLst>
        </p14:section>
        <p14:section name="23.Vue网络应用-axios基本使用" id="{153F335B-7907-4C39-A855-8DF54A0CA531}">
          <p14:sldIdLst>
            <p14:sldId id="926"/>
            <p14:sldId id="927"/>
            <p14:sldId id="928"/>
            <p14:sldId id="929"/>
            <p14:sldId id="930"/>
            <p14:sldId id="932"/>
            <p14:sldId id="933"/>
            <p14:sldId id="931"/>
            <p14:sldId id="937"/>
            <p14:sldId id="934"/>
            <p14:sldId id="935"/>
            <p14:sldId id="936"/>
          </p14:sldIdLst>
        </p14:section>
        <p14:section name="24.Vue网络应用-axios+vue" id="{DB6DF377-C6AC-4E13-B4A8-77C46B321AC7}">
          <p14:sldIdLst>
            <p14:sldId id="938"/>
            <p14:sldId id="950"/>
            <p14:sldId id="951"/>
            <p14:sldId id="939"/>
            <p14:sldId id="949"/>
          </p14:sldIdLst>
        </p14:section>
        <p14:section name="25.Vue网络应用-天知道-介绍" id="{AF09B451-E80A-4D80-9BB1-0192835D35A6}">
          <p14:sldIdLst>
            <p14:sldId id="953"/>
            <p14:sldId id="957"/>
            <p14:sldId id="954"/>
          </p14:sldIdLst>
        </p14:section>
        <p14:section name="26.Vue网络应用-天知道-回车查询" id="{A827AED4-B166-4DE0-9E95-49A808BECAB0}">
          <p14:sldIdLst>
            <p14:sldId id="960"/>
            <p14:sldId id="962"/>
            <p14:sldId id="963"/>
            <p14:sldId id="964"/>
            <p14:sldId id="965"/>
            <p14:sldId id="966"/>
            <p14:sldId id="978"/>
            <p14:sldId id="961"/>
          </p14:sldIdLst>
        </p14:section>
        <p14:section name="27.Vue网络应用-天知道-点击查询" id="{B97EF78A-FE31-4159-85D1-9B3510943CA4}">
          <p14:sldIdLst>
            <p14:sldId id="968"/>
            <p14:sldId id="974"/>
            <p14:sldId id="975"/>
            <p14:sldId id="977"/>
            <p14:sldId id="976"/>
            <p14:sldId id="973"/>
          </p14:sldIdLst>
        </p14:section>
        <p14:section name="28.Vue综合应用-悦听播放器-介绍" id="{E257BC69-7BFC-4FF8-8D2D-D3547E90D244}">
          <p14:sldIdLst>
            <p14:sldId id="979"/>
            <p14:sldId id="980"/>
            <p14:sldId id="983"/>
            <p14:sldId id="985"/>
          </p14:sldIdLst>
        </p14:section>
        <p14:section name="29.Vue综合应用-悦听播放器-歌曲搜索" id="{646DD9C9-9D68-42DE-822E-B6376B0C37DA}">
          <p14:sldIdLst>
            <p14:sldId id="989"/>
            <p14:sldId id="990"/>
            <p14:sldId id="991"/>
            <p14:sldId id="994"/>
            <p14:sldId id="993"/>
            <p14:sldId id="992"/>
            <p14:sldId id="996"/>
            <p14:sldId id="995"/>
          </p14:sldIdLst>
        </p14:section>
        <p14:section name="30.Vue综合应用-悦听播放器-歌曲播放" id="{E4E93CB5-4887-4E7D-94E6-12D66C86784F}">
          <p14:sldIdLst>
            <p14:sldId id="998"/>
            <p14:sldId id="1005"/>
            <p14:sldId id="999"/>
            <p14:sldId id="1006"/>
            <p14:sldId id="1009"/>
            <p14:sldId id="1008"/>
            <p14:sldId id="1010"/>
            <p14:sldId id="1007"/>
            <p14:sldId id="1004"/>
          </p14:sldIdLst>
        </p14:section>
        <p14:section name="31.Vue综合应用-悦听播放器-歌曲封面" id="{CE5F6697-0264-416E-9555-52875F5FC865}">
          <p14:sldIdLst>
            <p14:sldId id="1012"/>
            <p14:sldId id="1020"/>
            <p14:sldId id="1013"/>
            <p14:sldId id="1022"/>
            <p14:sldId id="1025"/>
            <p14:sldId id="1024"/>
            <p14:sldId id="1023"/>
            <p14:sldId id="1019"/>
          </p14:sldIdLst>
        </p14:section>
        <p14:section name="32.Vue综合应用-悦听播放器-歌曲评论" id="{663FCA8D-FF57-4678-9806-79F2DBB30A95}">
          <p14:sldIdLst>
            <p14:sldId id="1027"/>
            <p14:sldId id="1034"/>
            <p14:sldId id="1028"/>
            <p14:sldId id="1035"/>
            <p14:sldId id="1037"/>
            <p14:sldId id="1036"/>
            <p14:sldId id="1033"/>
          </p14:sldIdLst>
        </p14:section>
        <p14:section name="33.Vue综合应用-悦听播放器-播放动画" id="{859FEE60-6287-4723-A08E-A2BEA5B90185}">
          <p14:sldIdLst>
            <p14:sldId id="1039"/>
            <p14:sldId id="1045"/>
            <p14:sldId id="1040"/>
            <p14:sldId id="1046"/>
            <p14:sldId id="1048"/>
            <p14:sldId id="1047"/>
            <p14:sldId id="1044"/>
          </p14:sldIdLst>
        </p14:section>
        <p14:section name="34.Vue综合应用-悦听播放器-mv播放" id="{D2F985B3-DA9A-4039-9FD8-9EFA41DC8DE7}">
          <p14:sldIdLst>
            <p14:sldId id="1050"/>
            <p14:sldId id="1056"/>
            <p14:sldId id="1051"/>
            <p14:sldId id="1057"/>
            <p14:sldId id="1060"/>
            <p14:sldId id="1059"/>
            <p14:sldId id="1058"/>
            <p14:sldId id="1061"/>
            <p14:sldId id="1062"/>
            <p14:sldId id="1055"/>
          </p14:sldIdLst>
        </p14:section>
        <p14:section name="35.总结" id="{A711F2DE-2DFF-4E51-BC0D-8C901548FF14}">
          <p14:sldIdLst>
            <p14:sldId id="1063"/>
            <p14:sldId id="1064"/>
            <p14:sldId id="1065"/>
            <p14:sldId id="1066"/>
            <p14:sldId id="10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57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C54D"/>
    <a:srgbClr val="E6F0FF"/>
    <a:srgbClr val="C00000"/>
    <a:srgbClr val="7F7F7F"/>
    <a:srgbClr val="404040"/>
    <a:srgbClr val="FBD5D5"/>
    <a:srgbClr val="17375E"/>
    <a:srgbClr val="EFF7FF"/>
    <a:srgbClr val="79AF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16" autoAdjust="0"/>
    <p:restoredTop sz="94648" autoAdjust="0"/>
  </p:normalViewPr>
  <p:slideViewPr>
    <p:cSldViewPr>
      <p:cViewPr varScale="1">
        <p:scale>
          <a:sx n="130" d="100"/>
          <a:sy n="130" d="100"/>
        </p:scale>
        <p:origin x="294" y="114"/>
      </p:cViewPr>
      <p:guideLst>
        <p:guide orient="horz" pos="157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99" Type="http://schemas.openxmlformats.org/officeDocument/2006/relationships/slide" Target="slides/slide295.xml"/><Relationship Id="rId21" Type="http://schemas.openxmlformats.org/officeDocument/2006/relationships/slide" Target="slides/slide17.xml"/><Relationship Id="rId63" Type="http://schemas.openxmlformats.org/officeDocument/2006/relationships/slide" Target="slides/slide59.xml"/><Relationship Id="rId159" Type="http://schemas.openxmlformats.org/officeDocument/2006/relationships/slide" Target="slides/slide155.xml"/><Relationship Id="rId324" Type="http://schemas.openxmlformats.org/officeDocument/2006/relationships/presProps" Target="presProps.xml"/><Relationship Id="rId170" Type="http://schemas.openxmlformats.org/officeDocument/2006/relationships/slide" Target="slides/slide166.xml"/><Relationship Id="rId226" Type="http://schemas.openxmlformats.org/officeDocument/2006/relationships/slide" Target="slides/slide222.xml"/><Relationship Id="rId268" Type="http://schemas.openxmlformats.org/officeDocument/2006/relationships/slide" Target="slides/slide264.xml"/><Relationship Id="rId32" Type="http://schemas.openxmlformats.org/officeDocument/2006/relationships/slide" Target="slides/slide28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181" Type="http://schemas.openxmlformats.org/officeDocument/2006/relationships/slide" Target="slides/slide177.xml"/><Relationship Id="rId237" Type="http://schemas.openxmlformats.org/officeDocument/2006/relationships/slide" Target="slides/slide233.xml"/><Relationship Id="rId279" Type="http://schemas.openxmlformats.org/officeDocument/2006/relationships/slide" Target="slides/slide275.xml"/><Relationship Id="rId43" Type="http://schemas.openxmlformats.org/officeDocument/2006/relationships/slide" Target="slides/slide39.xml"/><Relationship Id="rId139" Type="http://schemas.openxmlformats.org/officeDocument/2006/relationships/slide" Target="slides/slide135.xml"/><Relationship Id="rId290" Type="http://schemas.openxmlformats.org/officeDocument/2006/relationships/slide" Target="slides/slide286.xml"/><Relationship Id="rId304" Type="http://schemas.openxmlformats.org/officeDocument/2006/relationships/slide" Target="slides/slide300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92" Type="http://schemas.openxmlformats.org/officeDocument/2006/relationships/slide" Target="slides/slide188.xml"/><Relationship Id="rId206" Type="http://schemas.openxmlformats.org/officeDocument/2006/relationships/slide" Target="slides/slide202.xml"/><Relationship Id="rId248" Type="http://schemas.openxmlformats.org/officeDocument/2006/relationships/slide" Target="slides/slide244.xml"/><Relationship Id="rId12" Type="http://schemas.openxmlformats.org/officeDocument/2006/relationships/slide" Target="slides/slide8.xml"/><Relationship Id="rId108" Type="http://schemas.openxmlformats.org/officeDocument/2006/relationships/slide" Target="slides/slide104.xml"/><Relationship Id="rId315" Type="http://schemas.openxmlformats.org/officeDocument/2006/relationships/slide" Target="slides/slide311.xml"/><Relationship Id="rId54" Type="http://schemas.openxmlformats.org/officeDocument/2006/relationships/slide" Target="slides/slide50.xml"/><Relationship Id="rId96" Type="http://schemas.openxmlformats.org/officeDocument/2006/relationships/slide" Target="slides/slide92.xml"/><Relationship Id="rId161" Type="http://schemas.openxmlformats.org/officeDocument/2006/relationships/slide" Target="slides/slide157.xml"/><Relationship Id="rId217" Type="http://schemas.openxmlformats.org/officeDocument/2006/relationships/slide" Target="slides/slide213.xml"/><Relationship Id="rId259" Type="http://schemas.openxmlformats.org/officeDocument/2006/relationships/slide" Target="slides/slide255.xml"/><Relationship Id="rId23" Type="http://schemas.openxmlformats.org/officeDocument/2006/relationships/slide" Target="slides/slide19.xml"/><Relationship Id="rId119" Type="http://schemas.openxmlformats.org/officeDocument/2006/relationships/slide" Target="slides/slide115.xml"/><Relationship Id="rId270" Type="http://schemas.openxmlformats.org/officeDocument/2006/relationships/slide" Target="slides/slide266.xml"/><Relationship Id="rId326" Type="http://schemas.openxmlformats.org/officeDocument/2006/relationships/theme" Target="theme/theme1.xml"/><Relationship Id="rId65" Type="http://schemas.openxmlformats.org/officeDocument/2006/relationships/slide" Target="slides/slide61.xml"/><Relationship Id="rId130" Type="http://schemas.openxmlformats.org/officeDocument/2006/relationships/slide" Target="slides/slide126.xml"/><Relationship Id="rId172" Type="http://schemas.openxmlformats.org/officeDocument/2006/relationships/slide" Target="slides/slide168.xml"/><Relationship Id="rId228" Type="http://schemas.openxmlformats.org/officeDocument/2006/relationships/slide" Target="slides/slide224.xml"/><Relationship Id="rId281" Type="http://schemas.openxmlformats.org/officeDocument/2006/relationships/slide" Target="slides/slide277.xml"/><Relationship Id="rId34" Type="http://schemas.openxmlformats.org/officeDocument/2006/relationships/slide" Target="slides/slide30.xml"/><Relationship Id="rId76" Type="http://schemas.openxmlformats.org/officeDocument/2006/relationships/slide" Target="slides/slide72.xml"/><Relationship Id="rId141" Type="http://schemas.openxmlformats.org/officeDocument/2006/relationships/slide" Target="slides/slide137.xml"/><Relationship Id="rId7" Type="http://schemas.openxmlformats.org/officeDocument/2006/relationships/slide" Target="slides/slide3.xml"/><Relationship Id="rId162" Type="http://schemas.openxmlformats.org/officeDocument/2006/relationships/slide" Target="slides/slide158.xml"/><Relationship Id="rId183" Type="http://schemas.openxmlformats.org/officeDocument/2006/relationships/slide" Target="slides/slide179.xml"/><Relationship Id="rId218" Type="http://schemas.openxmlformats.org/officeDocument/2006/relationships/slide" Target="slides/slide214.xml"/><Relationship Id="rId239" Type="http://schemas.openxmlformats.org/officeDocument/2006/relationships/slide" Target="slides/slide235.xml"/><Relationship Id="rId250" Type="http://schemas.openxmlformats.org/officeDocument/2006/relationships/slide" Target="slides/slide246.xml"/><Relationship Id="rId271" Type="http://schemas.openxmlformats.org/officeDocument/2006/relationships/slide" Target="slides/slide267.xml"/><Relationship Id="rId292" Type="http://schemas.openxmlformats.org/officeDocument/2006/relationships/slide" Target="slides/slide288.xml"/><Relationship Id="rId306" Type="http://schemas.openxmlformats.org/officeDocument/2006/relationships/slide" Target="slides/slide302.xml"/><Relationship Id="rId24" Type="http://schemas.openxmlformats.org/officeDocument/2006/relationships/slide" Target="slides/slide20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31" Type="http://schemas.openxmlformats.org/officeDocument/2006/relationships/slide" Target="slides/slide127.xml"/><Relationship Id="rId327" Type="http://schemas.openxmlformats.org/officeDocument/2006/relationships/tableStyles" Target="tableStyles.xml"/><Relationship Id="rId152" Type="http://schemas.openxmlformats.org/officeDocument/2006/relationships/slide" Target="slides/slide148.xml"/><Relationship Id="rId173" Type="http://schemas.openxmlformats.org/officeDocument/2006/relationships/slide" Target="slides/slide169.xml"/><Relationship Id="rId194" Type="http://schemas.openxmlformats.org/officeDocument/2006/relationships/slide" Target="slides/slide190.xml"/><Relationship Id="rId208" Type="http://schemas.openxmlformats.org/officeDocument/2006/relationships/slide" Target="slides/slide204.xml"/><Relationship Id="rId229" Type="http://schemas.openxmlformats.org/officeDocument/2006/relationships/slide" Target="slides/slide225.xml"/><Relationship Id="rId240" Type="http://schemas.openxmlformats.org/officeDocument/2006/relationships/slide" Target="slides/slide236.xml"/><Relationship Id="rId261" Type="http://schemas.openxmlformats.org/officeDocument/2006/relationships/slide" Target="slides/slide257.xml"/><Relationship Id="rId14" Type="http://schemas.openxmlformats.org/officeDocument/2006/relationships/slide" Target="slides/slide10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282" Type="http://schemas.openxmlformats.org/officeDocument/2006/relationships/slide" Target="slides/slide278.xml"/><Relationship Id="rId317" Type="http://schemas.openxmlformats.org/officeDocument/2006/relationships/slide" Target="slides/slide313.xml"/><Relationship Id="rId8" Type="http://schemas.openxmlformats.org/officeDocument/2006/relationships/slide" Target="slides/slide4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slide" Target="slides/slide159.xml"/><Relationship Id="rId184" Type="http://schemas.openxmlformats.org/officeDocument/2006/relationships/slide" Target="slides/slide180.xml"/><Relationship Id="rId219" Type="http://schemas.openxmlformats.org/officeDocument/2006/relationships/slide" Target="slides/slide215.xml"/><Relationship Id="rId230" Type="http://schemas.openxmlformats.org/officeDocument/2006/relationships/slide" Target="slides/slide226.xml"/><Relationship Id="rId251" Type="http://schemas.openxmlformats.org/officeDocument/2006/relationships/slide" Target="slides/slide247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72" Type="http://schemas.openxmlformats.org/officeDocument/2006/relationships/slide" Target="slides/slide268.xml"/><Relationship Id="rId293" Type="http://schemas.openxmlformats.org/officeDocument/2006/relationships/slide" Target="slides/slide289.xml"/><Relationship Id="rId307" Type="http://schemas.openxmlformats.org/officeDocument/2006/relationships/slide" Target="slides/slide303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74" Type="http://schemas.openxmlformats.org/officeDocument/2006/relationships/slide" Target="slides/slide170.xml"/><Relationship Id="rId195" Type="http://schemas.openxmlformats.org/officeDocument/2006/relationships/slide" Target="slides/slide191.xml"/><Relationship Id="rId209" Type="http://schemas.openxmlformats.org/officeDocument/2006/relationships/slide" Target="slides/slide205.xml"/><Relationship Id="rId220" Type="http://schemas.openxmlformats.org/officeDocument/2006/relationships/slide" Target="slides/slide216.xml"/><Relationship Id="rId241" Type="http://schemas.openxmlformats.org/officeDocument/2006/relationships/slide" Target="slides/slide23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262" Type="http://schemas.openxmlformats.org/officeDocument/2006/relationships/slide" Target="slides/slide258.xml"/><Relationship Id="rId283" Type="http://schemas.openxmlformats.org/officeDocument/2006/relationships/slide" Target="slides/slide279.xml"/><Relationship Id="rId318" Type="http://schemas.openxmlformats.org/officeDocument/2006/relationships/slide" Target="slides/slide314.xml"/><Relationship Id="rId78" Type="http://schemas.openxmlformats.org/officeDocument/2006/relationships/slide" Target="slides/slide74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64" Type="http://schemas.openxmlformats.org/officeDocument/2006/relationships/slide" Target="slides/slide160.xml"/><Relationship Id="rId185" Type="http://schemas.openxmlformats.org/officeDocument/2006/relationships/slide" Target="slides/slide181.xml"/><Relationship Id="rId9" Type="http://schemas.openxmlformats.org/officeDocument/2006/relationships/slide" Target="slides/slide5.xml"/><Relationship Id="rId210" Type="http://schemas.openxmlformats.org/officeDocument/2006/relationships/slide" Target="slides/slide206.xml"/><Relationship Id="rId26" Type="http://schemas.openxmlformats.org/officeDocument/2006/relationships/slide" Target="slides/slide22.xml"/><Relationship Id="rId231" Type="http://schemas.openxmlformats.org/officeDocument/2006/relationships/slide" Target="slides/slide227.xml"/><Relationship Id="rId252" Type="http://schemas.openxmlformats.org/officeDocument/2006/relationships/slide" Target="slides/slide248.xml"/><Relationship Id="rId273" Type="http://schemas.openxmlformats.org/officeDocument/2006/relationships/slide" Target="slides/slide269.xml"/><Relationship Id="rId294" Type="http://schemas.openxmlformats.org/officeDocument/2006/relationships/slide" Target="slides/slide290.xml"/><Relationship Id="rId308" Type="http://schemas.openxmlformats.org/officeDocument/2006/relationships/slide" Target="slides/slide304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75" Type="http://schemas.openxmlformats.org/officeDocument/2006/relationships/slide" Target="slides/slide171.xml"/><Relationship Id="rId196" Type="http://schemas.openxmlformats.org/officeDocument/2006/relationships/slide" Target="slides/slide192.xml"/><Relationship Id="rId200" Type="http://schemas.openxmlformats.org/officeDocument/2006/relationships/slide" Target="slides/slide196.xml"/><Relationship Id="rId16" Type="http://schemas.openxmlformats.org/officeDocument/2006/relationships/slide" Target="slides/slide12.xml"/><Relationship Id="rId221" Type="http://schemas.openxmlformats.org/officeDocument/2006/relationships/slide" Target="slides/slide217.xml"/><Relationship Id="rId242" Type="http://schemas.openxmlformats.org/officeDocument/2006/relationships/slide" Target="slides/slide238.xml"/><Relationship Id="rId263" Type="http://schemas.openxmlformats.org/officeDocument/2006/relationships/slide" Target="slides/slide259.xml"/><Relationship Id="rId284" Type="http://schemas.openxmlformats.org/officeDocument/2006/relationships/slide" Target="slides/slide280.xml"/><Relationship Id="rId319" Type="http://schemas.openxmlformats.org/officeDocument/2006/relationships/slide" Target="slides/slide315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165" Type="http://schemas.openxmlformats.org/officeDocument/2006/relationships/slide" Target="slides/slide161.xml"/><Relationship Id="rId186" Type="http://schemas.openxmlformats.org/officeDocument/2006/relationships/slide" Target="slides/slide182.xml"/><Relationship Id="rId211" Type="http://schemas.openxmlformats.org/officeDocument/2006/relationships/slide" Target="slides/slide207.xml"/><Relationship Id="rId232" Type="http://schemas.openxmlformats.org/officeDocument/2006/relationships/slide" Target="slides/slide228.xml"/><Relationship Id="rId253" Type="http://schemas.openxmlformats.org/officeDocument/2006/relationships/slide" Target="slides/slide249.xml"/><Relationship Id="rId274" Type="http://schemas.openxmlformats.org/officeDocument/2006/relationships/slide" Target="slides/slide270.xml"/><Relationship Id="rId295" Type="http://schemas.openxmlformats.org/officeDocument/2006/relationships/slide" Target="slides/slide291.xml"/><Relationship Id="rId309" Type="http://schemas.openxmlformats.org/officeDocument/2006/relationships/slide" Target="slides/slide305.xml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320" Type="http://schemas.openxmlformats.org/officeDocument/2006/relationships/slide" Target="slides/slide316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Relationship Id="rId176" Type="http://schemas.openxmlformats.org/officeDocument/2006/relationships/slide" Target="slides/slide172.xml"/><Relationship Id="rId197" Type="http://schemas.openxmlformats.org/officeDocument/2006/relationships/slide" Target="slides/slide193.xml"/><Relationship Id="rId201" Type="http://schemas.openxmlformats.org/officeDocument/2006/relationships/slide" Target="slides/slide197.xml"/><Relationship Id="rId222" Type="http://schemas.openxmlformats.org/officeDocument/2006/relationships/slide" Target="slides/slide218.xml"/><Relationship Id="rId243" Type="http://schemas.openxmlformats.org/officeDocument/2006/relationships/slide" Target="slides/slide239.xml"/><Relationship Id="rId264" Type="http://schemas.openxmlformats.org/officeDocument/2006/relationships/slide" Target="slides/slide260.xml"/><Relationship Id="rId285" Type="http://schemas.openxmlformats.org/officeDocument/2006/relationships/slide" Target="slides/slide281.xml"/><Relationship Id="rId17" Type="http://schemas.openxmlformats.org/officeDocument/2006/relationships/slide" Target="slides/slide13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24" Type="http://schemas.openxmlformats.org/officeDocument/2006/relationships/slide" Target="slides/slide120.xml"/><Relationship Id="rId310" Type="http://schemas.openxmlformats.org/officeDocument/2006/relationships/slide" Target="slides/slide306.xml"/><Relationship Id="rId70" Type="http://schemas.openxmlformats.org/officeDocument/2006/relationships/slide" Target="slides/slide66.xml"/><Relationship Id="rId91" Type="http://schemas.openxmlformats.org/officeDocument/2006/relationships/slide" Target="slides/slide87.xml"/><Relationship Id="rId145" Type="http://schemas.openxmlformats.org/officeDocument/2006/relationships/slide" Target="slides/slide141.xml"/><Relationship Id="rId166" Type="http://schemas.openxmlformats.org/officeDocument/2006/relationships/slide" Target="slides/slide162.xml"/><Relationship Id="rId187" Type="http://schemas.openxmlformats.org/officeDocument/2006/relationships/slide" Target="slides/slide183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08.xml"/><Relationship Id="rId233" Type="http://schemas.openxmlformats.org/officeDocument/2006/relationships/slide" Target="slides/slide229.xml"/><Relationship Id="rId254" Type="http://schemas.openxmlformats.org/officeDocument/2006/relationships/slide" Target="slides/slide250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275" Type="http://schemas.openxmlformats.org/officeDocument/2006/relationships/slide" Target="slides/slide271.xml"/><Relationship Id="rId296" Type="http://schemas.openxmlformats.org/officeDocument/2006/relationships/slide" Target="slides/slide292.xml"/><Relationship Id="rId300" Type="http://schemas.openxmlformats.org/officeDocument/2006/relationships/slide" Target="slides/slide296.xml"/><Relationship Id="rId60" Type="http://schemas.openxmlformats.org/officeDocument/2006/relationships/slide" Target="slides/slide56.xml"/><Relationship Id="rId81" Type="http://schemas.openxmlformats.org/officeDocument/2006/relationships/slide" Target="slides/slide77.xml"/><Relationship Id="rId135" Type="http://schemas.openxmlformats.org/officeDocument/2006/relationships/slide" Target="slides/slide131.xml"/><Relationship Id="rId156" Type="http://schemas.openxmlformats.org/officeDocument/2006/relationships/slide" Target="slides/slide152.xml"/><Relationship Id="rId177" Type="http://schemas.openxmlformats.org/officeDocument/2006/relationships/slide" Target="slides/slide173.xml"/><Relationship Id="rId198" Type="http://schemas.openxmlformats.org/officeDocument/2006/relationships/slide" Target="slides/slide194.xml"/><Relationship Id="rId321" Type="http://schemas.openxmlformats.org/officeDocument/2006/relationships/slide" Target="slides/slide317.xml"/><Relationship Id="rId202" Type="http://schemas.openxmlformats.org/officeDocument/2006/relationships/slide" Target="slides/slide198.xml"/><Relationship Id="rId223" Type="http://schemas.openxmlformats.org/officeDocument/2006/relationships/slide" Target="slides/slide219.xml"/><Relationship Id="rId244" Type="http://schemas.openxmlformats.org/officeDocument/2006/relationships/slide" Target="slides/slide240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265" Type="http://schemas.openxmlformats.org/officeDocument/2006/relationships/slide" Target="slides/slide261.xml"/><Relationship Id="rId286" Type="http://schemas.openxmlformats.org/officeDocument/2006/relationships/slide" Target="slides/slide282.xml"/><Relationship Id="rId50" Type="http://schemas.openxmlformats.org/officeDocument/2006/relationships/slide" Target="slides/slide46.xml"/><Relationship Id="rId104" Type="http://schemas.openxmlformats.org/officeDocument/2006/relationships/slide" Target="slides/slide100.xml"/><Relationship Id="rId125" Type="http://schemas.openxmlformats.org/officeDocument/2006/relationships/slide" Target="slides/slide121.xml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188" Type="http://schemas.openxmlformats.org/officeDocument/2006/relationships/slide" Target="slides/slide184.xml"/><Relationship Id="rId311" Type="http://schemas.openxmlformats.org/officeDocument/2006/relationships/slide" Target="slides/slide307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13" Type="http://schemas.openxmlformats.org/officeDocument/2006/relationships/slide" Target="slides/slide209.xml"/><Relationship Id="rId234" Type="http://schemas.openxmlformats.org/officeDocument/2006/relationships/slide" Target="slides/slide23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55" Type="http://schemas.openxmlformats.org/officeDocument/2006/relationships/slide" Target="slides/slide251.xml"/><Relationship Id="rId276" Type="http://schemas.openxmlformats.org/officeDocument/2006/relationships/slide" Target="slides/slide272.xml"/><Relationship Id="rId297" Type="http://schemas.openxmlformats.org/officeDocument/2006/relationships/slide" Target="slides/slide293.xml"/><Relationship Id="rId40" Type="http://schemas.openxmlformats.org/officeDocument/2006/relationships/slide" Target="slides/slide36.xml"/><Relationship Id="rId115" Type="http://schemas.openxmlformats.org/officeDocument/2006/relationships/slide" Target="slides/slide111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178" Type="http://schemas.openxmlformats.org/officeDocument/2006/relationships/slide" Target="slides/slide174.xml"/><Relationship Id="rId301" Type="http://schemas.openxmlformats.org/officeDocument/2006/relationships/slide" Target="slides/slide297.xml"/><Relationship Id="rId322" Type="http://schemas.openxmlformats.org/officeDocument/2006/relationships/notesMaster" Target="notesMasters/notesMaster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9" Type="http://schemas.openxmlformats.org/officeDocument/2006/relationships/slide" Target="slides/slide195.xml"/><Relationship Id="rId203" Type="http://schemas.openxmlformats.org/officeDocument/2006/relationships/slide" Target="slides/slide199.xml"/><Relationship Id="rId19" Type="http://schemas.openxmlformats.org/officeDocument/2006/relationships/slide" Target="slides/slide15.xml"/><Relationship Id="rId224" Type="http://schemas.openxmlformats.org/officeDocument/2006/relationships/slide" Target="slides/slide220.xml"/><Relationship Id="rId245" Type="http://schemas.openxmlformats.org/officeDocument/2006/relationships/slide" Target="slides/slide241.xml"/><Relationship Id="rId266" Type="http://schemas.openxmlformats.org/officeDocument/2006/relationships/slide" Target="slides/slide262.xml"/><Relationship Id="rId287" Type="http://schemas.openxmlformats.org/officeDocument/2006/relationships/slide" Target="slides/slide283.xml"/><Relationship Id="rId30" Type="http://schemas.openxmlformats.org/officeDocument/2006/relationships/slide" Target="slides/slide2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312" Type="http://schemas.openxmlformats.org/officeDocument/2006/relationships/slide" Target="slides/slide308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189" Type="http://schemas.openxmlformats.org/officeDocument/2006/relationships/slide" Target="slides/slide185.xml"/><Relationship Id="rId3" Type="http://schemas.openxmlformats.org/officeDocument/2006/relationships/slideMaster" Target="slideMasters/slideMaster3.xml"/><Relationship Id="rId214" Type="http://schemas.openxmlformats.org/officeDocument/2006/relationships/slide" Target="slides/slide210.xml"/><Relationship Id="rId235" Type="http://schemas.openxmlformats.org/officeDocument/2006/relationships/slide" Target="slides/slide231.xml"/><Relationship Id="rId256" Type="http://schemas.openxmlformats.org/officeDocument/2006/relationships/slide" Target="slides/slide252.xml"/><Relationship Id="rId277" Type="http://schemas.openxmlformats.org/officeDocument/2006/relationships/slide" Target="slides/slide273.xml"/><Relationship Id="rId298" Type="http://schemas.openxmlformats.org/officeDocument/2006/relationships/slide" Target="slides/slide294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302" Type="http://schemas.openxmlformats.org/officeDocument/2006/relationships/slide" Target="slides/slide298.xml"/><Relationship Id="rId323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179" Type="http://schemas.openxmlformats.org/officeDocument/2006/relationships/slide" Target="slides/slide175.xml"/><Relationship Id="rId190" Type="http://schemas.openxmlformats.org/officeDocument/2006/relationships/slide" Target="slides/slide186.xml"/><Relationship Id="rId204" Type="http://schemas.openxmlformats.org/officeDocument/2006/relationships/slide" Target="slides/slide200.xml"/><Relationship Id="rId225" Type="http://schemas.openxmlformats.org/officeDocument/2006/relationships/slide" Target="slides/slide221.xml"/><Relationship Id="rId246" Type="http://schemas.openxmlformats.org/officeDocument/2006/relationships/slide" Target="slides/slide242.xml"/><Relationship Id="rId267" Type="http://schemas.openxmlformats.org/officeDocument/2006/relationships/slide" Target="slides/slide263.xml"/><Relationship Id="rId288" Type="http://schemas.openxmlformats.org/officeDocument/2006/relationships/slide" Target="slides/slide284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313" Type="http://schemas.openxmlformats.org/officeDocument/2006/relationships/slide" Target="slides/slide309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94" Type="http://schemas.openxmlformats.org/officeDocument/2006/relationships/slide" Target="slides/slide90.xml"/><Relationship Id="rId148" Type="http://schemas.openxmlformats.org/officeDocument/2006/relationships/slide" Target="slides/slide144.xml"/><Relationship Id="rId169" Type="http://schemas.openxmlformats.org/officeDocument/2006/relationships/slide" Target="slides/slide165.xml"/><Relationship Id="rId4" Type="http://schemas.openxmlformats.org/officeDocument/2006/relationships/slideMaster" Target="slideMasters/slideMaster4.xml"/><Relationship Id="rId180" Type="http://schemas.openxmlformats.org/officeDocument/2006/relationships/slide" Target="slides/slide176.xml"/><Relationship Id="rId215" Type="http://schemas.openxmlformats.org/officeDocument/2006/relationships/slide" Target="slides/slide211.xml"/><Relationship Id="rId236" Type="http://schemas.openxmlformats.org/officeDocument/2006/relationships/slide" Target="slides/slide232.xml"/><Relationship Id="rId257" Type="http://schemas.openxmlformats.org/officeDocument/2006/relationships/slide" Target="slides/slide253.xml"/><Relationship Id="rId278" Type="http://schemas.openxmlformats.org/officeDocument/2006/relationships/slide" Target="slides/slide274.xml"/><Relationship Id="rId303" Type="http://schemas.openxmlformats.org/officeDocument/2006/relationships/slide" Target="slides/slide299.xml"/><Relationship Id="rId42" Type="http://schemas.openxmlformats.org/officeDocument/2006/relationships/slide" Target="slides/slide38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91" Type="http://schemas.openxmlformats.org/officeDocument/2006/relationships/slide" Target="slides/slide187.xml"/><Relationship Id="rId205" Type="http://schemas.openxmlformats.org/officeDocument/2006/relationships/slide" Target="slides/slide201.xml"/><Relationship Id="rId247" Type="http://schemas.openxmlformats.org/officeDocument/2006/relationships/slide" Target="slides/slide243.xml"/><Relationship Id="rId107" Type="http://schemas.openxmlformats.org/officeDocument/2006/relationships/slide" Target="slides/slide103.xml"/><Relationship Id="rId289" Type="http://schemas.openxmlformats.org/officeDocument/2006/relationships/slide" Target="slides/slide285.xml"/><Relationship Id="rId11" Type="http://schemas.openxmlformats.org/officeDocument/2006/relationships/slide" Target="slides/slide7.xml"/><Relationship Id="rId53" Type="http://schemas.openxmlformats.org/officeDocument/2006/relationships/slide" Target="slides/slide49.xml"/><Relationship Id="rId149" Type="http://schemas.openxmlformats.org/officeDocument/2006/relationships/slide" Target="slides/slide145.xml"/><Relationship Id="rId314" Type="http://schemas.openxmlformats.org/officeDocument/2006/relationships/slide" Target="slides/slide310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216" Type="http://schemas.openxmlformats.org/officeDocument/2006/relationships/slide" Target="slides/slide212.xml"/><Relationship Id="rId258" Type="http://schemas.openxmlformats.org/officeDocument/2006/relationships/slide" Target="slides/slide254.xml"/><Relationship Id="rId22" Type="http://schemas.openxmlformats.org/officeDocument/2006/relationships/slide" Target="slides/slide18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325" Type="http://schemas.openxmlformats.org/officeDocument/2006/relationships/viewProps" Target="viewProps.xml"/><Relationship Id="rId171" Type="http://schemas.openxmlformats.org/officeDocument/2006/relationships/slide" Target="slides/slide167.xml"/><Relationship Id="rId227" Type="http://schemas.openxmlformats.org/officeDocument/2006/relationships/slide" Target="slides/slide223.xml"/><Relationship Id="rId269" Type="http://schemas.openxmlformats.org/officeDocument/2006/relationships/slide" Target="slides/slide265.xml"/><Relationship Id="rId33" Type="http://schemas.openxmlformats.org/officeDocument/2006/relationships/slide" Target="slides/slide29.xml"/><Relationship Id="rId129" Type="http://schemas.openxmlformats.org/officeDocument/2006/relationships/slide" Target="slides/slide125.xml"/><Relationship Id="rId280" Type="http://schemas.openxmlformats.org/officeDocument/2006/relationships/slide" Target="slides/slide276.xml"/><Relationship Id="rId75" Type="http://schemas.openxmlformats.org/officeDocument/2006/relationships/slide" Target="slides/slide71.xml"/><Relationship Id="rId140" Type="http://schemas.openxmlformats.org/officeDocument/2006/relationships/slide" Target="slides/slide136.xml"/><Relationship Id="rId182" Type="http://schemas.openxmlformats.org/officeDocument/2006/relationships/slide" Target="slides/slide178.xml"/><Relationship Id="rId6" Type="http://schemas.openxmlformats.org/officeDocument/2006/relationships/slide" Target="slides/slide2.xml"/><Relationship Id="rId238" Type="http://schemas.openxmlformats.org/officeDocument/2006/relationships/slide" Target="slides/slide234.xml"/><Relationship Id="rId291" Type="http://schemas.openxmlformats.org/officeDocument/2006/relationships/slide" Target="slides/slide287.xml"/><Relationship Id="rId305" Type="http://schemas.openxmlformats.org/officeDocument/2006/relationships/slide" Target="slides/slide301.xml"/><Relationship Id="rId44" Type="http://schemas.openxmlformats.org/officeDocument/2006/relationships/slide" Target="slides/slide40.xml"/><Relationship Id="rId86" Type="http://schemas.openxmlformats.org/officeDocument/2006/relationships/slide" Target="slides/slide82.xml"/><Relationship Id="rId151" Type="http://schemas.openxmlformats.org/officeDocument/2006/relationships/slide" Target="slides/slide147.xml"/><Relationship Id="rId193" Type="http://schemas.openxmlformats.org/officeDocument/2006/relationships/slide" Target="slides/slide189.xml"/><Relationship Id="rId207" Type="http://schemas.openxmlformats.org/officeDocument/2006/relationships/slide" Target="slides/slide203.xml"/><Relationship Id="rId249" Type="http://schemas.openxmlformats.org/officeDocument/2006/relationships/slide" Target="slides/slide245.xml"/><Relationship Id="rId13" Type="http://schemas.openxmlformats.org/officeDocument/2006/relationships/slide" Target="slides/slide9.xml"/><Relationship Id="rId109" Type="http://schemas.openxmlformats.org/officeDocument/2006/relationships/slide" Target="slides/slide105.xml"/><Relationship Id="rId260" Type="http://schemas.openxmlformats.org/officeDocument/2006/relationships/slide" Target="slides/slide256.xml"/><Relationship Id="rId316" Type="http://schemas.openxmlformats.org/officeDocument/2006/relationships/slide" Target="slides/slide312.xml"/><Relationship Id="rId55" Type="http://schemas.openxmlformats.org/officeDocument/2006/relationships/slide" Target="slides/slide51.xml"/><Relationship Id="rId97" Type="http://schemas.openxmlformats.org/officeDocument/2006/relationships/slide" Target="slides/slide93.xml"/><Relationship Id="rId120" Type="http://schemas.openxmlformats.org/officeDocument/2006/relationships/slide" Target="slides/slide11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DC61329-7D37-4AE6-B5CF-48687068C7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Tx/>
              <a:buNone/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3582D1-DB7C-4B3F-BD80-A19FF09121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Tx/>
              <a:buNone/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93DE92-CF97-4270-804B-DB55B146A5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Tx/>
              <a:buNone/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C114BA-DAD4-432D-8D4C-2B033A1860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Tx/>
              <a:buNone/>
              <a:defRPr sz="1200"/>
            </a:lvl1pPr>
          </a:lstStyle>
          <a:p>
            <a:pPr>
              <a:defRPr/>
            </a:pPr>
            <a:fld id="{7FDD64FC-63B2-4141-A11B-1D0C24A0E43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504FBBC-1098-40CE-BE84-9B71641D13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3FDDA42-D776-41F7-B55A-E2AA28149E2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168FA248-AB19-4444-9B3F-76BD7AD71D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88DBD30A-3C4F-4934-8F67-580BFF2D0A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8E8E82-6C40-4866-B305-267368376E8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2B138B-3BCB-4836-91AF-E1BD7B11A7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buFontTx/>
              <a:buNone/>
              <a:defRPr sz="1200"/>
            </a:lvl1pPr>
          </a:lstStyle>
          <a:p>
            <a:pPr>
              <a:defRPr/>
            </a:pPr>
            <a:fld id="{82177AE3-04A1-47F1-A1FA-4FC46EDF308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3732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533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6987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3741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6523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904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476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1393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21597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9973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201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42313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25159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4242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9796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87801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2310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9265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628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5560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6174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7858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012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93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557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489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458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emf"/><Relationship Id="rId18" Type="http://schemas.openxmlformats.org/officeDocument/2006/relationships/image" Target="../media/image1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15.emf"/><Relationship Id="rId2" Type="http://schemas.openxmlformats.org/officeDocument/2006/relationships/theme" Target="../theme/theme1.xml"/><Relationship Id="rId16" Type="http://schemas.openxmlformats.org/officeDocument/2006/relationships/image" Target="../media/image14.emf"/><Relationship Id="rId20" Type="http://schemas.openxmlformats.org/officeDocument/2006/relationships/image" Target="../media/image18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png"/><Relationship Id="rId15" Type="http://schemas.openxmlformats.org/officeDocument/2006/relationships/image" Target="../media/image13.emf"/><Relationship Id="rId10" Type="http://schemas.openxmlformats.org/officeDocument/2006/relationships/image" Target="../media/image8.emf"/><Relationship Id="rId19" Type="http://schemas.openxmlformats.org/officeDocument/2006/relationships/image" Target="../media/image17.emf"/><Relationship Id="rId4" Type="http://schemas.openxmlformats.org/officeDocument/2006/relationships/image" Target="../media/image2.emf"/><Relationship Id="rId9" Type="http://schemas.openxmlformats.org/officeDocument/2006/relationships/image" Target="../media/image7.emf"/><Relationship Id="rId14" Type="http://schemas.openxmlformats.org/officeDocument/2006/relationships/image" Target="../media/image12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>
            <a:extLst>
              <a:ext uri="{FF2B5EF4-FFF2-40B4-BE49-F238E27FC236}">
                <a16:creationId xmlns:a16="http://schemas.microsoft.com/office/drawing/2014/main" id="{EBC4E373-4394-4EF8-B687-8192F505F0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088" y="641350"/>
            <a:ext cx="3127375" cy="344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4">
            <a:extLst>
              <a:ext uri="{FF2B5EF4-FFF2-40B4-BE49-F238E27FC236}">
                <a16:creationId xmlns:a16="http://schemas.microsoft.com/office/drawing/2014/main" id="{2EDAEF6B-B716-45D1-BF4D-83CC75DC83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9638" y="1065213"/>
            <a:ext cx="2200275" cy="245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18E11CB4-8B21-4AF3-A2AB-336D4F5677D7}"/>
              </a:ext>
            </a:extLst>
          </p:cNvPr>
          <p:cNvSpPr/>
          <p:nvPr/>
        </p:nvSpPr>
        <p:spPr bwMode="auto">
          <a:xfrm>
            <a:off x="6381750" y="1384300"/>
            <a:ext cx="463550" cy="46355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>
              <a:latin typeface="+mn-ea"/>
              <a:ea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6448B6F-22E2-43AC-BD12-2332DEDCE842}"/>
              </a:ext>
            </a:extLst>
          </p:cNvPr>
          <p:cNvSpPr/>
          <p:nvPr/>
        </p:nvSpPr>
        <p:spPr bwMode="auto">
          <a:xfrm>
            <a:off x="2451100" y="1749425"/>
            <a:ext cx="184150" cy="184150"/>
          </a:xfrm>
          <a:prstGeom prst="ellipse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>
              <a:latin typeface="+mn-ea"/>
              <a:ea typeface="+mn-ea"/>
            </a:endParaRPr>
          </a:p>
        </p:txBody>
      </p:sp>
      <p:sp>
        <p:nvSpPr>
          <p:cNvPr id="6" name="椭圆 10">
            <a:extLst>
              <a:ext uri="{FF2B5EF4-FFF2-40B4-BE49-F238E27FC236}">
                <a16:creationId xmlns:a16="http://schemas.microsoft.com/office/drawing/2014/main" id="{7B3AD07F-5065-42B5-A103-1EEDAC8B9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0338" y="3937000"/>
            <a:ext cx="219075" cy="21907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>
              <a:latin typeface="+mn-ea"/>
              <a:ea typeface="+mn-ea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BBB8C0C-729B-4D76-BC9E-4C18A1F095ED}"/>
              </a:ext>
            </a:extLst>
          </p:cNvPr>
          <p:cNvSpPr/>
          <p:nvPr/>
        </p:nvSpPr>
        <p:spPr bwMode="auto">
          <a:xfrm>
            <a:off x="3265488" y="1939925"/>
            <a:ext cx="128587" cy="130175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>
              <a:latin typeface="+mn-ea"/>
              <a:ea typeface="+mn-ea"/>
            </a:endParaRPr>
          </a:p>
        </p:txBody>
      </p:sp>
      <p:pic>
        <p:nvPicPr>
          <p:cNvPr id="1032" name="图片 17">
            <a:extLst>
              <a:ext uri="{FF2B5EF4-FFF2-40B4-BE49-F238E27FC236}">
                <a16:creationId xmlns:a16="http://schemas.microsoft.com/office/drawing/2014/main" id="{A6859110-5BF9-470F-891D-7B3C4C97E5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338" y="1581150"/>
            <a:ext cx="2174875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5">
            <a:extLst>
              <a:ext uri="{FF2B5EF4-FFF2-40B4-BE49-F238E27FC236}">
                <a16:creationId xmlns:a16="http://schemas.microsoft.com/office/drawing/2014/main" id="{94960285-C8C2-45E5-838C-3D987D79AC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163" y="1460500"/>
            <a:ext cx="21272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4" name="组合 43">
            <a:extLst>
              <a:ext uri="{FF2B5EF4-FFF2-40B4-BE49-F238E27FC236}">
                <a16:creationId xmlns:a16="http://schemas.microsoft.com/office/drawing/2014/main" id="{489C267D-E587-4EEE-8ADE-3299D9EDE9B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100763" y="1751013"/>
            <a:ext cx="130175" cy="128587"/>
            <a:chOff x="6101548" y="1750326"/>
            <a:chExt cx="129654" cy="129654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0A6F3294-C0D6-46E5-A131-A9A817BB1F00}"/>
                </a:ext>
              </a:extLst>
            </p:cNvPr>
            <p:cNvSpPr/>
            <p:nvPr/>
          </p:nvSpPr>
          <p:spPr bwMode="auto">
            <a:xfrm>
              <a:off x="6101548" y="1750326"/>
              <a:ext cx="129654" cy="12965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pic>
          <p:nvPicPr>
            <p:cNvPr id="1066" name="Picture 6">
              <a:extLst>
                <a:ext uri="{FF2B5EF4-FFF2-40B4-BE49-F238E27FC236}">
                  <a16:creationId xmlns:a16="http://schemas.microsoft.com/office/drawing/2014/main" id="{5434978E-3EAB-440E-AF04-AD40AA3EBA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5394" y="1772988"/>
              <a:ext cx="84329" cy="84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35" name="Picture 7">
            <a:extLst>
              <a:ext uri="{FF2B5EF4-FFF2-40B4-BE49-F238E27FC236}">
                <a16:creationId xmlns:a16="http://schemas.microsoft.com/office/drawing/2014/main" id="{5B08195C-4223-4A95-8D03-5A0FB1DE23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900" y="3994150"/>
            <a:ext cx="117475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6" name="组合 41">
            <a:extLst>
              <a:ext uri="{FF2B5EF4-FFF2-40B4-BE49-F238E27FC236}">
                <a16:creationId xmlns:a16="http://schemas.microsoft.com/office/drawing/2014/main" id="{741D106E-53CA-432F-825B-FDA1639D764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040063" y="546100"/>
            <a:ext cx="225425" cy="225425"/>
            <a:chOff x="3039900" y="545911"/>
            <a:chExt cx="225188" cy="225188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3E441AE-FC68-4F11-B2EB-CC0722846255}"/>
                </a:ext>
              </a:extLst>
            </p:cNvPr>
            <p:cNvSpPr/>
            <p:nvPr/>
          </p:nvSpPr>
          <p:spPr bwMode="auto">
            <a:xfrm>
              <a:off x="3039900" y="545911"/>
              <a:ext cx="225188" cy="22518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pic>
          <p:nvPicPr>
            <p:cNvPr id="1064" name="Picture 8">
              <a:extLst>
                <a:ext uri="{FF2B5EF4-FFF2-40B4-BE49-F238E27FC236}">
                  <a16:creationId xmlns:a16="http://schemas.microsoft.com/office/drawing/2014/main" id="{C3A96C0E-E034-4340-B998-FF2CCCC2BB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775" y="600432"/>
              <a:ext cx="143438" cy="110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组合 37">
            <a:extLst>
              <a:ext uri="{FF2B5EF4-FFF2-40B4-BE49-F238E27FC236}">
                <a16:creationId xmlns:a16="http://schemas.microsoft.com/office/drawing/2014/main" id="{34D086B8-8FC6-4ABD-B5AD-6E160BCC4203}"/>
              </a:ext>
            </a:extLst>
          </p:cNvPr>
          <p:cNvGrpSpPr/>
          <p:nvPr/>
        </p:nvGrpSpPr>
        <p:grpSpPr bwMode="auto">
          <a:xfrm>
            <a:off x="2586038" y="3022599"/>
            <a:ext cx="185737" cy="185739"/>
            <a:chOff x="2586251" y="3022980"/>
            <a:chExt cx="88710" cy="88710"/>
          </a:xfrm>
          <a:solidFill>
            <a:srgbClr val="C00000"/>
          </a:solidFill>
        </p:grpSpPr>
        <p:sp>
          <p:nvSpPr>
            <p:cNvPr id="20" name="椭圆 9">
              <a:extLst>
                <a:ext uri="{FF2B5EF4-FFF2-40B4-BE49-F238E27FC236}">
                  <a16:creationId xmlns:a16="http://schemas.microsoft.com/office/drawing/2014/main" id="{581B6FB5-5342-4CDB-AC30-943AEE473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6251" y="3022980"/>
              <a:ext cx="88710" cy="8871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pic>
          <p:nvPicPr>
            <p:cNvPr id="2" name="Picture 10">
              <a:extLst>
                <a:ext uri="{FF2B5EF4-FFF2-40B4-BE49-F238E27FC236}">
                  <a16:creationId xmlns:a16="http://schemas.microsoft.com/office/drawing/2014/main" id="{BA1ABD99-2A2B-4D4B-AB29-398C949A1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1596" y="3041493"/>
              <a:ext cx="45720" cy="5168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38" name="Picture 11">
            <a:extLst>
              <a:ext uri="{FF2B5EF4-FFF2-40B4-BE49-F238E27FC236}">
                <a16:creationId xmlns:a16="http://schemas.microsoft.com/office/drawing/2014/main" id="{F07C0D76-82EE-4E72-9AB8-4A89229956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063" y="1974850"/>
            <a:ext cx="71437" cy="7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椭圆 22">
            <a:extLst>
              <a:ext uri="{FF2B5EF4-FFF2-40B4-BE49-F238E27FC236}">
                <a16:creationId xmlns:a16="http://schemas.microsoft.com/office/drawing/2014/main" id="{AC398561-53DD-44D3-AC2F-C5EFBD3FF08B}"/>
              </a:ext>
            </a:extLst>
          </p:cNvPr>
          <p:cNvSpPr/>
          <p:nvPr/>
        </p:nvSpPr>
        <p:spPr bwMode="auto">
          <a:xfrm>
            <a:off x="7113588" y="2630488"/>
            <a:ext cx="250825" cy="249237"/>
          </a:xfrm>
          <a:prstGeom prst="ellipse">
            <a:avLst/>
          </a:prstGeom>
          <a:solidFill>
            <a:schemeClr val="tx1">
              <a:lumMod val="75000"/>
              <a:lumOff val="25000"/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>
              <a:latin typeface="+mn-ea"/>
              <a:ea typeface="+mn-ea"/>
            </a:endParaRPr>
          </a:p>
        </p:txBody>
      </p:sp>
      <p:pic>
        <p:nvPicPr>
          <p:cNvPr id="1040" name="Picture 15">
            <a:extLst>
              <a:ext uri="{FF2B5EF4-FFF2-40B4-BE49-F238E27FC236}">
                <a16:creationId xmlns:a16="http://schemas.microsoft.com/office/drawing/2014/main" id="{A552622A-7B38-4523-ACBF-154B6F5DD4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0" y="2690813"/>
            <a:ext cx="133350" cy="12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41" name="组合 46">
            <a:extLst>
              <a:ext uri="{FF2B5EF4-FFF2-40B4-BE49-F238E27FC236}">
                <a16:creationId xmlns:a16="http://schemas.microsoft.com/office/drawing/2014/main" id="{34A8BDED-2384-4543-9A47-7B9CDCCF33D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327275" y="3386138"/>
            <a:ext cx="258763" cy="258762"/>
            <a:chOff x="1798978" y="3519004"/>
            <a:chExt cx="259307" cy="259307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BED4AC5-BCE1-4896-9F2B-765809A5F8BD}"/>
                </a:ext>
              </a:extLst>
            </p:cNvPr>
            <p:cNvSpPr/>
            <p:nvPr/>
          </p:nvSpPr>
          <p:spPr bwMode="auto">
            <a:xfrm>
              <a:off x="1798978" y="3519004"/>
              <a:ext cx="259307" cy="2593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pic>
          <p:nvPicPr>
            <p:cNvPr id="1062" name="Picture 2">
              <a:extLst>
                <a:ext uri="{FF2B5EF4-FFF2-40B4-BE49-F238E27FC236}">
                  <a16:creationId xmlns:a16="http://schemas.microsoft.com/office/drawing/2014/main" id="{0306EBA1-8D6F-434E-88CB-054AF7CD7A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039" y="3616294"/>
              <a:ext cx="173184" cy="85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42" name="组合 38">
            <a:extLst>
              <a:ext uri="{FF2B5EF4-FFF2-40B4-BE49-F238E27FC236}">
                <a16:creationId xmlns:a16="http://schemas.microsoft.com/office/drawing/2014/main" id="{AAE93D7D-B5C8-45A5-9A0B-937175CBF48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976313" y="1046163"/>
            <a:ext cx="300037" cy="300037"/>
            <a:chOff x="748396" y="764271"/>
            <a:chExt cx="300782" cy="300782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C45AC2C9-8980-451B-9A04-BF707BB162E1}"/>
                </a:ext>
              </a:extLst>
            </p:cNvPr>
            <p:cNvSpPr/>
            <p:nvPr/>
          </p:nvSpPr>
          <p:spPr bwMode="auto">
            <a:xfrm>
              <a:off x="748396" y="764271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pic>
          <p:nvPicPr>
            <p:cNvPr id="1060" name="Picture 4">
              <a:extLst>
                <a:ext uri="{FF2B5EF4-FFF2-40B4-BE49-F238E27FC236}">
                  <a16:creationId xmlns:a16="http://schemas.microsoft.com/office/drawing/2014/main" id="{940E772E-92B6-4EAA-91C7-08674B11E5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06" y="856341"/>
              <a:ext cx="203362" cy="1166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43" name="组合 42">
            <a:extLst>
              <a:ext uri="{FF2B5EF4-FFF2-40B4-BE49-F238E27FC236}">
                <a16:creationId xmlns:a16="http://schemas.microsoft.com/office/drawing/2014/main" id="{1DCE6CF1-CE73-4291-BE0D-9AEF7606AF1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763713" y="4391025"/>
            <a:ext cx="300037" cy="300038"/>
            <a:chOff x="1365228" y="4292790"/>
            <a:chExt cx="300782" cy="300782"/>
          </a:xfrm>
        </p:grpSpPr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A84383A5-8BAA-4FE0-9F8F-E66158F42754}"/>
                </a:ext>
              </a:extLst>
            </p:cNvPr>
            <p:cNvSpPr/>
            <p:nvPr/>
          </p:nvSpPr>
          <p:spPr bwMode="auto">
            <a:xfrm>
              <a:off x="1365228" y="4292790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pic>
          <p:nvPicPr>
            <p:cNvPr id="1058" name="Picture 5">
              <a:extLst>
                <a:ext uri="{FF2B5EF4-FFF2-40B4-BE49-F238E27FC236}">
                  <a16:creationId xmlns:a16="http://schemas.microsoft.com/office/drawing/2014/main" id="{1402ADA6-736C-45FD-B95A-CC7B5CFCD4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7391" y="4364115"/>
              <a:ext cx="196455" cy="158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44" name="组合 1">
            <a:extLst>
              <a:ext uri="{FF2B5EF4-FFF2-40B4-BE49-F238E27FC236}">
                <a16:creationId xmlns:a16="http://schemas.microsoft.com/office/drawing/2014/main" id="{33568194-01D5-4F4F-90B5-1C8BF0B7661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69988" y="2619375"/>
            <a:ext cx="300037" cy="300038"/>
            <a:chOff x="1169908" y="2618983"/>
            <a:chExt cx="300782" cy="300782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D9298D04-441A-4332-BCC6-E16025A6983E}"/>
                </a:ext>
              </a:extLst>
            </p:cNvPr>
            <p:cNvSpPr/>
            <p:nvPr/>
          </p:nvSpPr>
          <p:spPr bwMode="auto">
            <a:xfrm>
              <a:off x="1169908" y="2618983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pic>
          <p:nvPicPr>
            <p:cNvPr id="1056" name="Picture 6">
              <a:extLst>
                <a:ext uri="{FF2B5EF4-FFF2-40B4-BE49-F238E27FC236}">
                  <a16:creationId xmlns:a16="http://schemas.microsoft.com/office/drawing/2014/main" id="{2232B42A-58D9-4D07-8FBF-F0B59EB928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4531" y="2690308"/>
              <a:ext cx="211536" cy="181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45" name="组合 49">
            <a:extLst>
              <a:ext uri="{FF2B5EF4-FFF2-40B4-BE49-F238E27FC236}">
                <a16:creationId xmlns:a16="http://schemas.microsoft.com/office/drawing/2014/main" id="{7F041561-55D0-48D9-A83C-4D5BA27093D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781925" y="4046538"/>
            <a:ext cx="320675" cy="320675"/>
            <a:chOff x="7874758" y="4418464"/>
            <a:chExt cx="320722" cy="320722"/>
          </a:xfrm>
        </p:grpSpPr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2A5308B1-2923-4908-990B-A91D296E9CE4}"/>
                </a:ext>
              </a:extLst>
            </p:cNvPr>
            <p:cNvSpPr/>
            <p:nvPr/>
          </p:nvSpPr>
          <p:spPr bwMode="auto">
            <a:xfrm>
              <a:off x="7874758" y="4418464"/>
              <a:ext cx="320722" cy="32072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pic>
          <p:nvPicPr>
            <p:cNvPr id="1054" name="Picture 7">
              <a:extLst>
                <a:ext uri="{FF2B5EF4-FFF2-40B4-BE49-F238E27FC236}">
                  <a16:creationId xmlns:a16="http://schemas.microsoft.com/office/drawing/2014/main" id="{325AE1C0-6A58-48AD-B2A7-1D62A075C1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6542" y="4486356"/>
              <a:ext cx="237154" cy="184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46" name="Picture 9">
            <a:extLst>
              <a:ext uri="{FF2B5EF4-FFF2-40B4-BE49-F238E27FC236}">
                <a16:creationId xmlns:a16="http://schemas.microsoft.com/office/drawing/2014/main" id="{E8E412B9-6CB8-4178-9DCC-3530863ABA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675" y="1773238"/>
            <a:ext cx="1270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47" name="组合 45">
            <a:extLst>
              <a:ext uri="{FF2B5EF4-FFF2-40B4-BE49-F238E27FC236}">
                <a16:creationId xmlns:a16="http://schemas.microsoft.com/office/drawing/2014/main" id="{55BDC640-C237-4619-8820-8BD906F47B4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613525" y="3433763"/>
            <a:ext cx="258763" cy="258762"/>
            <a:chOff x="8470946" y="4206098"/>
            <a:chExt cx="259071" cy="259071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4E063C47-B36F-415E-A0C9-CA3A890C0E4F}"/>
                </a:ext>
              </a:extLst>
            </p:cNvPr>
            <p:cNvSpPr/>
            <p:nvPr/>
          </p:nvSpPr>
          <p:spPr bwMode="auto">
            <a:xfrm>
              <a:off x="8470946" y="4206098"/>
              <a:ext cx="259071" cy="259071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2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pic>
          <p:nvPicPr>
            <p:cNvPr id="1052" name="Picture 10">
              <a:extLst>
                <a:ext uri="{FF2B5EF4-FFF2-40B4-BE49-F238E27FC236}">
                  <a16:creationId xmlns:a16="http://schemas.microsoft.com/office/drawing/2014/main" id="{8A3256F2-0F30-4520-B9F1-E2E7DC6EE1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0841" y="4263524"/>
              <a:ext cx="145353" cy="144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48" name="组合 44">
            <a:extLst>
              <a:ext uri="{FF2B5EF4-FFF2-40B4-BE49-F238E27FC236}">
                <a16:creationId xmlns:a16="http://schemas.microsoft.com/office/drawing/2014/main" id="{ACFFA8F9-8B37-4608-94E4-6FC5AFFA088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308850" y="912813"/>
            <a:ext cx="322263" cy="322262"/>
            <a:chOff x="7308304" y="912172"/>
            <a:chExt cx="323068" cy="323068"/>
          </a:xfrm>
        </p:grpSpPr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8962670D-7E99-4695-ADDD-6B82FFCA3BA1}"/>
                </a:ext>
              </a:extLst>
            </p:cNvPr>
            <p:cNvSpPr/>
            <p:nvPr/>
          </p:nvSpPr>
          <p:spPr bwMode="auto">
            <a:xfrm>
              <a:off x="7308304" y="912172"/>
              <a:ext cx="323068" cy="32306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31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pic>
          <p:nvPicPr>
            <p:cNvPr id="1050" name="Picture 11">
              <a:extLst>
                <a:ext uri="{FF2B5EF4-FFF2-40B4-BE49-F238E27FC236}">
                  <a16:creationId xmlns:a16="http://schemas.microsoft.com/office/drawing/2014/main" id="{E3D628F3-5EB5-48AE-870B-285FAE482C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8238" y="989568"/>
              <a:ext cx="203200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8">
            <a:extLst>
              <a:ext uri="{FF2B5EF4-FFF2-40B4-BE49-F238E27FC236}">
                <a16:creationId xmlns:a16="http://schemas.microsoft.com/office/drawing/2014/main" id="{AFB73A9C-1B02-4337-A7B7-824ACFFA8C8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93713" y="219075"/>
            <a:ext cx="92075" cy="314325"/>
            <a:chOff x="457200" y="427038"/>
            <a:chExt cx="127000" cy="431800"/>
          </a:xfrm>
        </p:grpSpPr>
        <p:sp>
          <p:nvSpPr>
            <p:cNvPr id="8" name="圆角矩形 1">
              <a:extLst>
                <a:ext uri="{FF2B5EF4-FFF2-40B4-BE49-F238E27FC236}">
                  <a16:creationId xmlns:a16="http://schemas.microsoft.com/office/drawing/2014/main" id="{4971A005-FE2F-4598-9F55-B6F4CABA6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427038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圆角矩形 23">
              <a:extLst>
                <a:ext uri="{FF2B5EF4-FFF2-40B4-BE49-F238E27FC236}">
                  <a16:creationId xmlns:a16="http://schemas.microsoft.com/office/drawing/2014/main" id="{CB03ED7D-1299-4271-A2BE-8B0163AEB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579695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latin typeface="Segoe UI" pitchFamily="34" charset="0"/>
                <a:ea typeface="微软雅黑" pitchFamily="34" charset="-122"/>
              </a:endParaRPr>
            </a:p>
          </p:txBody>
        </p:sp>
        <p:sp>
          <p:nvSpPr>
            <p:cNvPr id="10" name="圆角矩形 24">
              <a:extLst>
                <a:ext uri="{FF2B5EF4-FFF2-40B4-BE49-F238E27FC236}">
                  <a16:creationId xmlns:a16="http://schemas.microsoft.com/office/drawing/2014/main" id="{FA1287AC-A9B5-4214-A80B-A227C188D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732351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A3C34576-6A38-4564-9365-9B993F35A13E}"/>
              </a:ext>
            </a:extLst>
          </p:cNvPr>
          <p:cNvSpPr/>
          <p:nvPr/>
        </p:nvSpPr>
        <p:spPr bwMode="auto">
          <a:xfrm>
            <a:off x="8167688" y="5049838"/>
            <a:ext cx="976312" cy="936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55" name="圆角矩形 3">
            <a:extLst>
              <a:ext uri="{FF2B5EF4-FFF2-40B4-BE49-F238E27FC236}">
                <a16:creationId xmlns:a16="http://schemas.microsoft.com/office/drawing/2014/main" id="{6B05B334-7F67-460B-B9A2-AAECEC28CA7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75525" y="-19050"/>
            <a:ext cx="1281113" cy="627063"/>
          </a:xfrm>
          <a:custGeom>
            <a:avLst/>
            <a:gdLst>
              <a:gd name="T0" fmla="*/ 1180531 w 1180531"/>
              <a:gd name="T1" fmla="*/ 0 h 577560"/>
              <a:gd name="T2" fmla="*/ 1180531 w 1180531"/>
              <a:gd name="T3" fmla="*/ 462045 h 577560"/>
              <a:gd name="T4" fmla="*/ 1065016 w 1180531"/>
              <a:gd name="T5" fmla="*/ 577560 h 577560"/>
              <a:gd name="T6" fmla="*/ 115515 w 1180531"/>
              <a:gd name="T7" fmla="*/ 577560 h 577560"/>
              <a:gd name="T8" fmla="*/ 0 w 1180531"/>
              <a:gd name="T9" fmla="*/ 462045 h 577560"/>
              <a:gd name="T10" fmla="*/ 0 w 1180531"/>
              <a:gd name="T11" fmla="*/ 0 h 577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pic>
        <p:nvPicPr>
          <p:cNvPr id="2053" name="图片 1">
            <a:extLst>
              <a:ext uri="{FF2B5EF4-FFF2-40B4-BE49-F238E27FC236}">
                <a16:creationId xmlns:a16="http://schemas.microsoft.com/office/drawing/2014/main" id="{B71865CA-D414-4267-932D-4A7FC4CFB4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50800"/>
            <a:ext cx="1265238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>
            <a:extLst>
              <a:ext uri="{FF2B5EF4-FFF2-40B4-BE49-F238E27FC236}">
                <a16:creationId xmlns:a16="http://schemas.microsoft.com/office/drawing/2014/main" id="{6ED8C6CD-6F6B-47A1-96D2-E5184B257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49838"/>
            <a:ext cx="8113713" cy="936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>
              <a:latin typeface="Segoe UI" pitchFamily="34" charset="0"/>
              <a:ea typeface="微软雅黑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黑体" pitchFamily="49" charset="-122"/>
          <a:ea typeface="黑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200" b="1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400" b="1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E9A5B76D-EEBC-4975-9D03-8773CCC9C6FC}"/>
              </a:ext>
            </a:extLst>
          </p:cNvPr>
          <p:cNvSpPr/>
          <p:nvPr/>
        </p:nvSpPr>
        <p:spPr bwMode="auto">
          <a:xfrm>
            <a:off x="8167688" y="5049838"/>
            <a:ext cx="976312" cy="936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3075" name="圆角矩形 3">
            <a:extLst>
              <a:ext uri="{FF2B5EF4-FFF2-40B4-BE49-F238E27FC236}">
                <a16:creationId xmlns:a16="http://schemas.microsoft.com/office/drawing/2014/main" id="{1C9913E9-5CE4-41DB-916B-B3A418DE28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75525" y="-19050"/>
            <a:ext cx="1281113" cy="627063"/>
          </a:xfrm>
          <a:custGeom>
            <a:avLst/>
            <a:gdLst>
              <a:gd name="T0" fmla="*/ 1180531 w 1180531"/>
              <a:gd name="T1" fmla="*/ 0 h 577560"/>
              <a:gd name="T2" fmla="*/ 1180531 w 1180531"/>
              <a:gd name="T3" fmla="*/ 462045 h 577560"/>
              <a:gd name="T4" fmla="*/ 1065016 w 1180531"/>
              <a:gd name="T5" fmla="*/ 577560 h 577560"/>
              <a:gd name="T6" fmla="*/ 115515 w 1180531"/>
              <a:gd name="T7" fmla="*/ 577560 h 577560"/>
              <a:gd name="T8" fmla="*/ 0 w 1180531"/>
              <a:gd name="T9" fmla="*/ 462045 h 577560"/>
              <a:gd name="T10" fmla="*/ 0 w 1180531"/>
              <a:gd name="T11" fmla="*/ 0 h 577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pic>
        <p:nvPicPr>
          <p:cNvPr id="3076" name="图片 1">
            <a:extLst>
              <a:ext uri="{FF2B5EF4-FFF2-40B4-BE49-F238E27FC236}">
                <a16:creationId xmlns:a16="http://schemas.microsoft.com/office/drawing/2014/main" id="{A03EEDAC-DFBB-45E9-980C-DD06123199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50800"/>
            <a:ext cx="1265238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>
            <a:extLst>
              <a:ext uri="{FF2B5EF4-FFF2-40B4-BE49-F238E27FC236}">
                <a16:creationId xmlns:a16="http://schemas.microsoft.com/office/drawing/2014/main" id="{A2F2C9BE-AA57-4593-9EF2-CA883E7E0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49838"/>
            <a:ext cx="8113713" cy="936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>
              <a:latin typeface="Segoe UI" pitchFamily="34" charset="0"/>
              <a:ea typeface="微软雅黑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黑体" pitchFamily="49" charset="-122"/>
          <a:ea typeface="黑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200" b="1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400" b="1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9">
            <a:extLst>
              <a:ext uri="{FF2B5EF4-FFF2-40B4-BE49-F238E27FC236}">
                <a16:creationId xmlns:a16="http://schemas.microsoft.com/office/drawing/2014/main" id="{5B2A3CA9-2ADF-47D4-8E77-1A07F11F13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944688" y="1817688"/>
            <a:ext cx="5148262" cy="787400"/>
            <a:chOff x="1944836" y="1767215"/>
            <a:chExt cx="5147444" cy="787423"/>
          </a:xfrm>
        </p:grpSpPr>
        <p:pic>
          <p:nvPicPr>
            <p:cNvPr id="4099" name="图片 5">
              <a:extLst>
                <a:ext uri="{FF2B5EF4-FFF2-40B4-BE49-F238E27FC236}">
                  <a16:creationId xmlns:a16="http://schemas.microsoft.com/office/drawing/2014/main" id="{31C99DEE-3BA8-4969-9A34-D46A496337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1020" y="1767215"/>
              <a:ext cx="1907084" cy="787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0F6914BF-4027-4EE6-96E5-4671BE0A9E86}"/>
                </a:ext>
              </a:extLst>
            </p:cNvPr>
            <p:cNvCxnSpPr/>
            <p:nvPr/>
          </p:nvCxnSpPr>
          <p:spPr>
            <a:xfrm>
              <a:off x="1944836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97FEA39D-B492-447D-B855-E08C65D83609}"/>
                </a:ext>
              </a:extLst>
            </p:cNvPr>
            <p:cNvCxnSpPr/>
            <p:nvPr/>
          </p:nvCxnSpPr>
          <p:spPr>
            <a:xfrm>
              <a:off x="5436781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gif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gif"/><Relationship Id="rId4" Type="http://schemas.openxmlformats.org/officeDocument/2006/relationships/image" Target="../media/image2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gif"/><Relationship Id="rId4" Type="http://schemas.openxmlformats.org/officeDocument/2006/relationships/image" Target="../media/image28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gif"/><Relationship Id="rId4" Type="http://schemas.openxmlformats.org/officeDocument/2006/relationships/image" Target="../media/image28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gif"/><Relationship Id="rId4" Type="http://schemas.openxmlformats.org/officeDocument/2006/relationships/image" Target="../media/image28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3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3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3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3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3">
            <a:extLst>
              <a:ext uri="{FF2B5EF4-FFF2-40B4-BE49-F238E27FC236}">
                <a16:creationId xmlns:a16="http://schemas.microsoft.com/office/drawing/2014/main" id="{BB370F4D-64D7-46A7-B9B9-E73193575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2196" y="2211279"/>
            <a:ext cx="341516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Vue.js</a:t>
            </a:r>
            <a:r>
              <a:rPr lang="zh-CN" altLang="en-US" sz="3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快速入门</a:t>
            </a:r>
            <a:endParaRPr lang="en-US" altLang="zh-CN"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DEEF75-3DAD-49E3-AC68-18460CE247C6}"/>
              </a:ext>
            </a:extLst>
          </p:cNvPr>
          <p:cNvSpPr txBox="1"/>
          <p:nvPr/>
        </p:nvSpPr>
        <p:spPr>
          <a:xfrm>
            <a:off x="3346563" y="2860327"/>
            <a:ext cx="2406429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深圳中心</a:t>
            </a:r>
            <a:r>
              <a:rPr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前端与移动开发教研部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C070A01-354D-40F4-B62F-AFBEF6C76A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668344" y="3451863"/>
            <a:ext cx="1440160" cy="16712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DFD4C27-325F-4BFE-ACE6-B0E900D9C381}"/>
              </a:ext>
            </a:extLst>
          </p:cNvPr>
          <p:cNvSpPr txBox="1"/>
          <p:nvPr/>
        </p:nvSpPr>
        <p:spPr>
          <a:xfrm>
            <a:off x="3658929" y="18198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课程介绍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A78856-6AAE-46E2-8810-7B4AAA49F0A6}"/>
              </a:ext>
            </a:extLst>
          </p:cNvPr>
          <p:cNvSpPr/>
          <p:nvPr/>
        </p:nvSpPr>
        <p:spPr bwMode="auto">
          <a:xfrm>
            <a:off x="3815916" y="2787774"/>
            <a:ext cx="1512168" cy="455613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开发工具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B43809-6D27-4CC9-A821-A93906104501}"/>
              </a:ext>
            </a:extLst>
          </p:cNvPr>
          <p:cNvSpPr/>
          <p:nvPr/>
        </p:nvSpPr>
        <p:spPr bwMode="auto">
          <a:xfrm>
            <a:off x="1770535" y="2787774"/>
            <a:ext cx="1568772" cy="455613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学前须知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874E59-10D0-4D94-AB20-DE996C3DFF70}"/>
              </a:ext>
            </a:extLst>
          </p:cNvPr>
          <p:cNvSpPr/>
          <p:nvPr/>
        </p:nvSpPr>
        <p:spPr bwMode="auto">
          <a:xfrm>
            <a:off x="5808179" y="2787774"/>
            <a:ext cx="1512168" cy="455613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课程安排</a:t>
            </a:r>
          </a:p>
        </p:txBody>
      </p:sp>
    </p:spTree>
    <p:extLst>
      <p:ext uri="{BB962C8B-B14F-4D97-AF65-F5344CB8AC3E}">
        <p14:creationId xmlns:p14="http://schemas.microsoft.com/office/powerpoint/2010/main" val="4241439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>
            <a:extLst>
              <a:ext uri="{FF2B5EF4-FFF2-40B4-BE49-F238E27FC236}">
                <a16:creationId xmlns:a16="http://schemas.microsoft.com/office/drawing/2014/main" id="{0F867FEC-D5E2-4EBD-A341-958F78E45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1" y="-19050"/>
            <a:ext cx="1495078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>
              <a:defRPr/>
            </a:pPr>
            <a:r>
              <a:rPr lang="zh-CN" altLang="en-US" sz="2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学前须知</a:t>
            </a:r>
            <a:endParaRPr lang="zh-TW" altLang="zh-CN" sz="24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E408872-F43E-47E4-9175-368997E8AF7F}"/>
              </a:ext>
            </a:extLst>
          </p:cNvPr>
          <p:cNvGrpSpPr>
            <a:grpSpLocks/>
          </p:cNvGrpSpPr>
          <p:nvPr/>
        </p:nvGrpSpPr>
        <p:grpSpPr bwMode="auto">
          <a:xfrm>
            <a:off x="4628604" y="1461537"/>
            <a:ext cx="2679700" cy="614363"/>
            <a:chOff x="6480625" y="1255885"/>
            <a:chExt cx="4191828" cy="961979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F9CF0EB-A54E-4F42-8848-6F0AA1C1DBAA}"/>
                </a:ext>
              </a:extLst>
            </p:cNvPr>
            <p:cNvSpPr/>
            <p:nvPr/>
          </p:nvSpPr>
          <p:spPr>
            <a:xfrm>
              <a:off x="6480625" y="1504458"/>
              <a:ext cx="419182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30">
              <a:extLst>
                <a:ext uri="{FF2B5EF4-FFF2-40B4-BE49-F238E27FC236}">
                  <a16:creationId xmlns:a16="http://schemas.microsoft.com/office/drawing/2014/main" id="{DDB71C89-8131-4DEC-821B-72E5ECBC0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C2CFC6D3-EC15-4D90-8FAE-28D0C916ECE0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8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8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553AA7C-4BE3-421A-83E3-D68B12B39FC0}"/>
              </a:ext>
            </a:extLst>
          </p:cNvPr>
          <p:cNvGrpSpPr>
            <a:grpSpLocks/>
          </p:cNvGrpSpPr>
          <p:nvPr/>
        </p:nvGrpSpPr>
        <p:grpSpPr bwMode="auto">
          <a:xfrm>
            <a:off x="1187624" y="1467544"/>
            <a:ext cx="2679700" cy="614363"/>
            <a:chOff x="6480625" y="1255885"/>
            <a:chExt cx="4191828" cy="961979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9DF7213-8025-41C2-8E16-05B56778F74A}"/>
                </a:ext>
              </a:extLst>
            </p:cNvPr>
            <p:cNvSpPr/>
            <p:nvPr/>
          </p:nvSpPr>
          <p:spPr>
            <a:xfrm>
              <a:off x="6480625" y="1504458"/>
              <a:ext cx="419182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Freeform 30">
              <a:extLst>
                <a:ext uri="{FF2B5EF4-FFF2-40B4-BE49-F238E27FC236}">
                  <a16:creationId xmlns:a16="http://schemas.microsoft.com/office/drawing/2014/main" id="{96C6B98A-7B54-442F-82CA-9414DB9E9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EEC5F70F-A0CB-48D7-BE88-4F7D46634F61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8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8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07E91F7-C7FE-443B-B211-0C962AB50AD7}"/>
              </a:ext>
            </a:extLst>
          </p:cNvPr>
          <p:cNvGrpSpPr>
            <a:grpSpLocks/>
          </p:cNvGrpSpPr>
          <p:nvPr/>
        </p:nvGrpSpPr>
        <p:grpSpPr bwMode="auto">
          <a:xfrm>
            <a:off x="4628604" y="3103508"/>
            <a:ext cx="2679700" cy="614363"/>
            <a:chOff x="6480625" y="1255885"/>
            <a:chExt cx="4191828" cy="961979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840AF8A-889F-4583-A41F-B76020B0635C}"/>
                </a:ext>
              </a:extLst>
            </p:cNvPr>
            <p:cNvSpPr/>
            <p:nvPr/>
          </p:nvSpPr>
          <p:spPr>
            <a:xfrm>
              <a:off x="6480625" y="1504458"/>
              <a:ext cx="419182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AJAX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Freeform 30">
              <a:extLst>
                <a:ext uri="{FF2B5EF4-FFF2-40B4-BE49-F238E27FC236}">
                  <a16:creationId xmlns:a16="http://schemas.microsoft.com/office/drawing/2014/main" id="{0DEA0DC5-03D0-477D-95BA-C6E15D18C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F2F4C190-C49F-4E4C-B9D0-B5E17FA7820F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8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8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8808E91-FBA5-4072-AE18-EACE8034F693}"/>
              </a:ext>
            </a:extLst>
          </p:cNvPr>
          <p:cNvGrpSpPr>
            <a:grpSpLocks/>
          </p:cNvGrpSpPr>
          <p:nvPr/>
        </p:nvGrpSpPr>
        <p:grpSpPr bwMode="auto">
          <a:xfrm>
            <a:off x="1187624" y="3109515"/>
            <a:ext cx="2679700" cy="614363"/>
            <a:chOff x="6480625" y="1255885"/>
            <a:chExt cx="4191828" cy="961979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776057F8-4F10-4D7D-952C-60F71DF01070}"/>
                </a:ext>
              </a:extLst>
            </p:cNvPr>
            <p:cNvSpPr/>
            <p:nvPr/>
          </p:nvSpPr>
          <p:spPr>
            <a:xfrm>
              <a:off x="6480625" y="1504458"/>
              <a:ext cx="419182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JavaScript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B629E6DB-4302-4C54-A43E-7E5C06A43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6C55F3BA-6471-43E4-9C84-6E2623B93FA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8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28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6676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DFD4C27-325F-4BFE-ACE6-B0E900D9C381}"/>
              </a:ext>
            </a:extLst>
          </p:cNvPr>
          <p:cNvSpPr txBox="1"/>
          <p:nvPr/>
        </p:nvSpPr>
        <p:spPr>
          <a:xfrm>
            <a:off x="3658929" y="18198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课程介绍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A78856-6AAE-46E2-8810-7B4AAA49F0A6}"/>
              </a:ext>
            </a:extLst>
          </p:cNvPr>
          <p:cNvSpPr/>
          <p:nvPr/>
        </p:nvSpPr>
        <p:spPr bwMode="auto">
          <a:xfrm>
            <a:off x="3815916" y="2787774"/>
            <a:ext cx="1512168" cy="455613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开发工具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B43809-6D27-4CC9-A821-A93906104501}"/>
              </a:ext>
            </a:extLst>
          </p:cNvPr>
          <p:cNvSpPr/>
          <p:nvPr/>
        </p:nvSpPr>
        <p:spPr bwMode="auto">
          <a:xfrm>
            <a:off x="1770535" y="2787774"/>
            <a:ext cx="1568772" cy="455613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学前须知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874E59-10D0-4D94-AB20-DE996C3DFF70}"/>
              </a:ext>
            </a:extLst>
          </p:cNvPr>
          <p:cNvSpPr/>
          <p:nvPr/>
        </p:nvSpPr>
        <p:spPr bwMode="auto">
          <a:xfrm>
            <a:off x="5808179" y="2787774"/>
            <a:ext cx="1512168" cy="455613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课程安排</a:t>
            </a:r>
          </a:p>
        </p:txBody>
      </p:sp>
    </p:spTree>
    <p:extLst>
      <p:ext uri="{BB962C8B-B14F-4D97-AF65-F5344CB8AC3E}">
        <p14:creationId xmlns:p14="http://schemas.microsoft.com/office/powerpoint/2010/main" val="2161065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>
            <a:extLst>
              <a:ext uri="{FF2B5EF4-FFF2-40B4-BE49-F238E27FC236}">
                <a16:creationId xmlns:a16="http://schemas.microsoft.com/office/drawing/2014/main" id="{0F867FEC-D5E2-4EBD-A341-958F78E45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1" y="-19050"/>
            <a:ext cx="142307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>
              <a:defRPr/>
            </a:pPr>
            <a:r>
              <a:rPr lang="zh-CN" altLang="en-US" sz="2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开发工具</a:t>
            </a:r>
            <a:endParaRPr lang="zh-TW" altLang="zh-CN" sz="24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pic>
        <p:nvPicPr>
          <p:cNvPr id="26" name="Picture 32">
            <a:extLst>
              <a:ext uri="{FF2B5EF4-FFF2-40B4-BE49-F238E27FC236}">
                <a16:creationId xmlns:a16="http://schemas.microsoft.com/office/drawing/2014/main" id="{5299EE56-1900-4A3B-A328-F7206F7CF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874" y="1391413"/>
            <a:ext cx="1656184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图片 2">
            <a:extLst>
              <a:ext uri="{FF2B5EF4-FFF2-40B4-BE49-F238E27FC236}">
                <a16:creationId xmlns:a16="http://schemas.microsoft.com/office/drawing/2014/main" id="{9E8CA309-B3FA-4ACA-B7BD-E37F292C02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91"/>
          <a:stretch/>
        </p:blipFill>
        <p:spPr bwMode="auto">
          <a:xfrm>
            <a:off x="4499992" y="2325004"/>
            <a:ext cx="3538110" cy="41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7">
            <a:extLst>
              <a:ext uri="{FF2B5EF4-FFF2-40B4-BE49-F238E27FC236}">
                <a16:creationId xmlns:a16="http://schemas.microsoft.com/office/drawing/2014/main" id="{A64B287C-E29F-45E5-9D10-5CB049B7C0DA}"/>
              </a:ext>
            </a:extLst>
          </p:cNvPr>
          <p:cNvSpPr txBox="1"/>
          <p:nvPr/>
        </p:nvSpPr>
        <p:spPr>
          <a:xfrm>
            <a:off x="2546058" y="2609739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defRPr/>
            </a:pP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VSCode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TextBox 7">
            <a:extLst>
              <a:ext uri="{FF2B5EF4-FFF2-40B4-BE49-F238E27FC236}">
                <a16:creationId xmlns:a16="http://schemas.microsoft.com/office/drawing/2014/main" id="{67FDC290-0272-47C8-8E0B-B6E66D08D898}"/>
              </a:ext>
            </a:extLst>
          </p:cNvPr>
          <p:cNvSpPr txBox="1"/>
          <p:nvPr/>
        </p:nvSpPr>
        <p:spPr>
          <a:xfrm>
            <a:off x="4427984" y="2933700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插件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浏览器实时预览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472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DFD4C27-325F-4BFE-ACE6-B0E900D9C381}"/>
              </a:ext>
            </a:extLst>
          </p:cNvPr>
          <p:cNvSpPr txBox="1"/>
          <p:nvPr/>
        </p:nvSpPr>
        <p:spPr>
          <a:xfrm>
            <a:off x="3658929" y="18198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课程介绍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A78856-6AAE-46E2-8810-7B4AAA49F0A6}"/>
              </a:ext>
            </a:extLst>
          </p:cNvPr>
          <p:cNvSpPr/>
          <p:nvPr/>
        </p:nvSpPr>
        <p:spPr bwMode="auto">
          <a:xfrm>
            <a:off x="3815916" y="2787774"/>
            <a:ext cx="1512168" cy="455613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开发工具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B43809-6D27-4CC9-A821-A93906104501}"/>
              </a:ext>
            </a:extLst>
          </p:cNvPr>
          <p:cNvSpPr/>
          <p:nvPr/>
        </p:nvSpPr>
        <p:spPr bwMode="auto">
          <a:xfrm>
            <a:off x="1770535" y="2787774"/>
            <a:ext cx="1568772" cy="455613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学前须知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874E59-10D0-4D94-AB20-DE996C3DFF70}"/>
              </a:ext>
            </a:extLst>
          </p:cNvPr>
          <p:cNvSpPr/>
          <p:nvPr/>
        </p:nvSpPr>
        <p:spPr bwMode="auto">
          <a:xfrm>
            <a:off x="5808179" y="2787774"/>
            <a:ext cx="1512168" cy="455613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课程安排</a:t>
            </a:r>
          </a:p>
        </p:txBody>
      </p:sp>
    </p:spTree>
    <p:extLst>
      <p:ext uri="{BB962C8B-B14F-4D97-AF65-F5344CB8AC3E}">
        <p14:creationId xmlns:p14="http://schemas.microsoft.com/office/powerpoint/2010/main" val="3310924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>
            <a:extLst>
              <a:ext uri="{FF2B5EF4-FFF2-40B4-BE49-F238E27FC236}">
                <a16:creationId xmlns:a16="http://schemas.microsoft.com/office/drawing/2014/main" id="{0F867FEC-D5E2-4EBD-A341-958F78E45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1" y="-19050"/>
            <a:ext cx="1441364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>
              <a:defRPr/>
            </a:pPr>
            <a:r>
              <a:rPr lang="zh-CN" altLang="en-US" sz="2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课程安排</a:t>
            </a:r>
            <a:endParaRPr lang="zh-TW" altLang="zh-CN" sz="24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125798" y="2605459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Vue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ADD46AD-001E-4C85-8246-4A88625E1379}"/>
              </a:ext>
            </a:extLst>
          </p:cNvPr>
          <p:cNvGrpSpPr>
            <a:grpSpLocks/>
          </p:cNvGrpSpPr>
          <p:nvPr/>
        </p:nvGrpSpPr>
        <p:grpSpPr bwMode="auto">
          <a:xfrm>
            <a:off x="2401615" y="2605459"/>
            <a:ext cx="1944216" cy="614363"/>
            <a:chOff x="6480625" y="1255885"/>
            <a:chExt cx="3041318" cy="961979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A3E3DF9-2C99-4ADA-AB98-0C1BADAA4BE1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本地应用</a:t>
              </a:r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9ADBB28D-908A-4EC4-9C4E-B4025718C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E5CEC98-EA26-435C-AE35-E36611A3B229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180DD74-697B-4327-8338-680DB881DB9B}"/>
              </a:ext>
            </a:extLst>
          </p:cNvPr>
          <p:cNvGrpSpPr>
            <a:grpSpLocks/>
          </p:cNvGrpSpPr>
          <p:nvPr/>
        </p:nvGrpSpPr>
        <p:grpSpPr bwMode="auto">
          <a:xfrm>
            <a:off x="4677432" y="2605459"/>
            <a:ext cx="1944216" cy="614363"/>
            <a:chOff x="6480625" y="1255885"/>
            <a:chExt cx="3041318" cy="961979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55C8084-1579-463F-B3EC-0D3933B3C8F9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网络应用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F9C2D05-986F-4E5F-B8B1-DEE3D4112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BEF75E93-5F9D-425F-813E-050CA7D93DC3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A2CA2CB-1E39-4893-A0D8-0D47287E0704}"/>
              </a:ext>
            </a:extLst>
          </p:cNvPr>
          <p:cNvGrpSpPr>
            <a:grpSpLocks/>
          </p:cNvGrpSpPr>
          <p:nvPr/>
        </p:nvGrpSpPr>
        <p:grpSpPr bwMode="auto">
          <a:xfrm>
            <a:off x="6953250" y="2605459"/>
            <a:ext cx="1944216" cy="614363"/>
            <a:chOff x="6480625" y="1255885"/>
            <a:chExt cx="3041318" cy="961979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FCA37FF-5042-4841-B59E-D15FF9BCC5B8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综合应用</a:t>
              </a:r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33DD4BFE-3CEA-437E-811B-38D56F9A4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872EA34E-4433-4D18-80AF-56C604A90C9C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1665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DFD4C27-325F-4BFE-ACE6-B0E900D9C381}"/>
              </a:ext>
            </a:extLst>
          </p:cNvPr>
          <p:cNvSpPr txBox="1"/>
          <p:nvPr/>
        </p:nvSpPr>
        <p:spPr>
          <a:xfrm>
            <a:off x="3658929" y="18198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课程介绍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A78856-6AAE-46E2-8810-7B4AAA49F0A6}"/>
              </a:ext>
            </a:extLst>
          </p:cNvPr>
          <p:cNvSpPr/>
          <p:nvPr/>
        </p:nvSpPr>
        <p:spPr bwMode="auto">
          <a:xfrm>
            <a:off x="3815916" y="2787774"/>
            <a:ext cx="1512168" cy="455613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开发工具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B43809-6D27-4CC9-A821-A93906104501}"/>
              </a:ext>
            </a:extLst>
          </p:cNvPr>
          <p:cNvSpPr/>
          <p:nvPr/>
        </p:nvSpPr>
        <p:spPr bwMode="auto">
          <a:xfrm>
            <a:off x="1770535" y="2787774"/>
            <a:ext cx="1568772" cy="455613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学前须知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874E59-10D0-4D94-AB20-DE996C3DFF70}"/>
              </a:ext>
            </a:extLst>
          </p:cNvPr>
          <p:cNvSpPr/>
          <p:nvPr/>
        </p:nvSpPr>
        <p:spPr bwMode="auto">
          <a:xfrm>
            <a:off x="5808179" y="2787774"/>
            <a:ext cx="1512168" cy="455613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课程安排</a:t>
            </a:r>
          </a:p>
        </p:txBody>
      </p:sp>
    </p:spTree>
    <p:extLst>
      <p:ext uri="{BB962C8B-B14F-4D97-AF65-F5344CB8AC3E}">
        <p14:creationId xmlns:p14="http://schemas.microsoft.com/office/powerpoint/2010/main" val="3930227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103D6B01-81C4-4C1D-B150-D1A56C5D5778}"/>
              </a:ext>
            </a:extLst>
          </p:cNvPr>
          <p:cNvSpPr txBox="1"/>
          <p:nvPr/>
        </p:nvSpPr>
        <p:spPr>
          <a:xfrm>
            <a:off x="3384550" y="2495057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 选用</a:t>
            </a:r>
            <a:r>
              <a:rPr lang="en-US" altLang="zh-CN" sz="1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VSCode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作为课程中的开发工具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724E56C6-31E4-4584-A712-929432140F6B}"/>
              </a:ext>
            </a:extLst>
          </p:cNvPr>
          <p:cNvSpPr txBox="1"/>
          <p:nvPr/>
        </p:nvSpPr>
        <p:spPr>
          <a:xfrm>
            <a:off x="3384550" y="2067694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 掌握</a:t>
            </a:r>
            <a:r>
              <a:rPr lang="en-US" altLang="zh-CN" sz="1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HTML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CSS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JavaScript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AJAX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基础知识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标题占位符 1">
            <a:extLst>
              <a:ext uri="{FF2B5EF4-FFF2-40B4-BE49-F238E27FC236}">
                <a16:creationId xmlns:a16="http://schemas.microsoft.com/office/drawing/2014/main" id="{6CF600F5-43AD-4B5E-9DC2-7A66B7CFE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2166423"/>
            <a:ext cx="1944201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>
              <a:defRPr/>
            </a:pPr>
            <a:r>
              <a:rPr lang="zh-CN" altLang="en-US" sz="3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课程介绍</a:t>
            </a:r>
            <a:endParaRPr lang="zh-TW" altLang="zh-CN" sz="32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8F3E17E1-55B9-4A5B-9872-3A18CB3BD7E1}"/>
              </a:ext>
            </a:extLst>
          </p:cNvPr>
          <p:cNvSpPr txBox="1"/>
          <p:nvPr/>
        </p:nvSpPr>
        <p:spPr>
          <a:xfrm>
            <a:off x="3384550" y="2922420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 课程安排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基础→本地应用→网络应用→综合应用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9115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>
            <a:extLst>
              <a:ext uri="{FF2B5EF4-FFF2-40B4-BE49-F238E27FC236}">
                <a16:creationId xmlns:a16="http://schemas.microsoft.com/office/drawing/2014/main" id="{0F867FEC-D5E2-4EBD-A341-958F78E45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1" y="-19050"/>
            <a:ext cx="1441364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>
              <a:defRPr/>
            </a:pPr>
            <a:r>
              <a:rPr lang="zh-CN" altLang="en-US" sz="2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课程安排</a:t>
            </a:r>
            <a:endParaRPr lang="zh-TW" altLang="zh-CN" sz="24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125798" y="2605459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Vue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ADD46AD-001E-4C85-8246-4A88625E1379}"/>
              </a:ext>
            </a:extLst>
          </p:cNvPr>
          <p:cNvGrpSpPr>
            <a:grpSpLocks/>
          </p:cNvGrpSpPr>
          <p:nvPr/>
        </p:nvGrpSpPr>
        <p:grpSpPr bwMode="auto">
          <a:xfrm>
            <a:off x="2401615" y="2605459"/>
            <a:ext cx="1944216" cy="614363"/>
            <a:chOff x="6480625" y="1255885"/>
            <a:chExt cx="3041318" cy="961979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A3E3DF9-2C99-4ADA-AB98-0C1BADAA4BE1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本地应用</a:t>
              </a:r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9ADBB28D-908A-4EC4-9C4E-B4025718C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E5CEC98-EA26-435C-AE35-E36611A3B229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180DD74-697B-4327-8338-680DB881DB9B}"/>
              </a:ext>
            </a:extLst>
          </p:cNvPr>
          <p:cNvGrpSpPr>
            <a:grpSpLocks/>
          </p:cNvGrpSpPr>
          <p:nvPr/>
        </p:nvGrpSpPr>
        <p:grpSpPr bwMode="auto">
          <a:xfrm>
            <a:off x="4677432" y="2605459"/>
            <a:ext cx="1944216" cy="614363"/>
            <a:chOff x="6480625" y="1255885"/>
            <a:chExt cx="3041318" cy="961979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55C8084-1579-463F-B3EC-0D3933B3C8F9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网络应用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F9C2D05-986F-4E5F-B8B1-DEE3D4112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BEF75E93-5F9D-425F-813E-050CA7D93DC3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A2CA2CB-1E39-4893-A0D8-0D47287E0704}"/>
              </a:ext>
            </a:extLst>
          </p:cNvPr>
          <p:cNvGrpSpPr>
            <a:grpSpLocks/>
          </p:cNvGrpSpPr>
          <p:nvPr/>
        </p:nvGrpSpPr>
        <p:grpSpPr bwMode="auto">
          <a:xfrm>
            <a:off x="6953250" y="2605459"/>
            <a:ext cx="1944216" cy="614363"/>
            <a:chOff x="6480625" y="1255885"/>
            <a:chExt cx="3041318" cy="961979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FCA37FF-5042-4841-B59E-D15FF9BCC5B8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综合应用</a:t>
              </a:r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33DD4BFE-3CEA-437E-811B-38D56F9A4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872EA34E-4433-4D18-80AF-56C604A90C9C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1638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>
            <a:extLst>
              <a:ext uri="{FF2B5EF4-FFF2-40B4-BE49-F238E27FC236}">
                <a16:creationId xmlns:a16="http://schemas.microsoft.com/office/drawing/2014/main" id="{0F867FEC-D5E2-4EBD-A341-958F78E45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1" y="-19050"/>
            <a:ext cx="1441364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>
              <a:defRPr/>
            </a:pPr>
            <a:r>
              <a:rPr lang="zh-CN" altLang="en-US" sz="2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课程安排</a:t>
            </a:r>
            <a:endParaRPr lang="zh-TW" altLang="zh-CN" sz="24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125798" y="2605459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Vue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ADD46AD-001E-4C85-8246-4A88625E1379}"/>
              </a:ext>
            </a:extLst>
          </p:cNvPr>
          <p:cNvGrpSpPr>
            <a:grpSpLocks/>
          </p:cNvGrpSpPr>
          <p:nvPr/>
        </p:nvGrpSpPr>
        <p:grpSpPr bwMode="auto">
          <a:xfrm>
            <a:off x="2401615" y="2605459"/>
            <a:ext cx="1944216" cy="614363"/>
            <a:chOff x="6480625" y="1255885"/>
            <a:chExt cx="3041318" cy="961979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A3E3DF9-2C99-4ADA-AB98-0C1BADAA4BE1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本地应用</a:t>
              </a:r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9ADBB28D-908A-4EC4-9C4E-B4025718C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E5CEC98-EA26-435C-AE35-E36611A3B229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180DD74-697B-4327-8338-680DB881DB9B}"/>
              </a:ext>
            </a:extLst>
          </p:cNvPr>
          <p:cNvGrpSpPr>
            <a:grpSpLocks/>
          </p:cNvGrpSpPr>
          <p:nvPr/>
        </p:nvGrpSpPr>
        <p:grpSpPr bwMode="auto">
          <a:xfrm>
            <a:off x="4677432" y="2605459"/>
            <a:ext cx="1944216" cy="614363"/>
            <a:chOff x="6480625" y="1255885"/>
            <a:chExt cx="3041318" cy="961979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55C8084-1579-463F-B3EC-0D3933B3C8F9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网络应用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F9C2D05-986F-4E5F-B8B1-DEE3D4112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BEF75E93-5F9D-425F-813E-050CA7D93DC3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A2CA2CB-1E39-4893-A0D8-0D47287E0704}"/>
              </a:ext>
            </a:extLst>
          </p:cNvPr>
          <p:cNvGrpSpPr>
            <a:grpSpLocks/>
          </p:cNvGrpSpPr>
          <p:nvPr/>
        </p:nvGrpSpPr>
        <p:grpSpPr bwMode="auto">
          <a:xfrm>
            <a:off x="6953250" y="2605459"/>
            <a:ext cx="1944216" cy="614363"/>
            <a:chOff x="6480625" y="1255885"/>
            <a:chExt cx="3041318" cy="961979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FCA37FF-5042-4841-B59E-D15FF9BCC5B8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综合应用</a:t>
              </a:r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33DD4BFE-3CEA-437E-811B-38D56F9A4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872EA34E-4433-4D18-80AF-56C604A90C9C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77983" y="2115388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72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Vue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945604" y="281479"/>
            <a:ext cx="558450" cy="648073"/>
          </a:xfrm>
          <a:prstGeom prst="rect">
            <a:avLst/>
          </a:prstGeom>
        </p:spPr>
      </p:pic>
      <p:pic>
        <p:nvPicPr>
          <p:cNvPr id="30" name="Picture 2" descr="vue logo">
            <a:extLst>
              <a:ext uri="{FF2B5EF4-FFF2-40B4-BE49-F238E27FC236}">
                <a16:creationId xmlns:a16="http://schemas.microsoft.com/office/drawing/2014/main" id="{7ABB7869-7E6F-4135-83A1-4BE2B94C5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35646"/>
            <a:ext cx="2510748" cy="251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9BE899E7-1FB9-456C-B2E9-83E5D145DECF}"/>
              </a:ext>
            </a:extLst>
          </p:cNvPr>
          <p:cNvSpPr/>
          <p:nvPr/>
        </p:nvSpPr>
        <p:spPr bwMode="auto">
          <a:xfrm>
            <a:off x="3947412" y="1779662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B21CC64-1B3B-41E8-A5DA-475427E05836}"/>
              </a:ext>
            </a:extLst>
          </p:cNvPr>
          <p:cNvSpPr/>
          <p:nvPr/>
        </p:nvSpPr>
        <p:spPr bwMode="auto">
          <a:xfrm>
            <a:off x="3947412" y="2413499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165E54-BEFE-484A-9E33-75FA583FD316}"/>
              </a:ext>
            </a:extLst>
          </p:cNvPr>
          <p:cNvSpPr/>
          <p:nvPr/>
        </p:nvSpPr>
        <p:spPr bwMode="auto">
          <a:xfrm>
            <a:off x="3947412" y="3047336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C1BEB7-2F5E-4BBD-ADC4-CFACC55FB590}"/>
              </a:ext>
            </a:extLst>
          </p:cNvPr>
          <p:cNvSpPr/>
          <p:nvPr/>
        </p:nvSpPr>
        <p:spPr bwMode="auto">
          <a:xfrm>
            <a:off x="3947412" y="3681174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数据对象</a:t>
            </a:r>
          </a:p>
        </p:txBody>
      </p:sp>
    </p:spTree>
    <p:extLst>
      <p:ext uri="{BB962C8B-B14F-4D97-AF65-F5344CB8AC3E}">
        <p14:creationId xmlns:p14="http://schemas.microsoft.com/office/powerpoint/2010/main" val="3724086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Vue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388962" y="1509107"/>
            <a:ext cx="558450" cy="648073"/>
          </a:xfrm>
          <a:prstGeom prst="rect">
            <a:avLst/>
          </a:prstGeom>
        </p:spPr>
      </p:pic>
      <p:pic>
        <p:nvPicPr>
          <p:cNvPr id="30" name="Picture 2" descr="vue logo">
            <a:extLst>
              <a:ext uri="{FF2B5EF4-FFF2-40B4-BE49-F238E27FC236}">
                <a16:creationId xmlns:a16="http://schemas.microsoft.com/office/drawing/2014/main" id="{7ABB7869-7E6F-4135-83A1-4BE2B94C5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35646"/>
            <a:ext cx="2510748" cy="251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9BE899E7-1FB9-456C-B2E9-83E5D145DECF}"/>
              </a:ext>
            </a:extLst>
          </p:cNvPr>
          <p:cNvSpPr/>
          <p:nvPr/>
        </p:nvSpPr>
        <p:spPr bwMode="auto">
          <a:xfrm>
            <a:off x="3947412" y="1779662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B21CC64-1B3B-41E8-A5DA-475427E05836}"/>
              </a:ext>
            </a:extLst>
          </p:cNvPr>
          <p:cNvSpPr/>
          <p:nvPr/>
        </p:nvSpPr>
        <p:spPr bwMode="auto">
          <a:xfrm>
            <a:off x="3947412" y="2413499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165E54-BEFE-484A-9E33-75FA583FD316}"/>
              </a:ext>
            </a:extLst>
          </p:cNvPr>
          <p:cNvSpPr/>
          <p:nvPr/>
        </p:nvSpPr>
        <p:spPr bwMode="auto">
          <a:xfrm>
            <a:off x="3947412" y="3047336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C1BEB7-2F5E-4BBD-ADC4-CFACC55FB590}"/>
              </a:ext>
            </a:extLst>
          </p:cNvPr>
          <p:cNvSpPr/>
          <p:nvPr/>
        </p:nvSpPr>
        <p:spPr bwMode="auto">
          <a:xfrm>
            <a:off x="3947412" y="3681174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数据对象</a:t>
            </a:r>
          </a:p>
        </p:txBody>
      </p:sp>
    </p:spTree>
    <p:extLst>
      <p:ext uri="{BB962C8B-B14F-4D97-AF65-F5344CB8AC3E}">
        <p14:creationId xmlns:p14="http://schemas.microsoft.com/office/powerpoint/2010/main" val="2903845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BE899E7-1FB9-456C-B2E9-83E5D145DECF}"/>
              </a:ext>
            </a:extLst>
          </p:cNvPr>
          <p:cNvSpPr/>
          <p:nvPr/>
        </p:nvSpPr>
        <p:spPr bwMode="auto">
          <a:xfrm>
            <a:off x="755576" y="961029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2C6DB310-75C9-4021-8437-D40643A7700A}"/>
              </a:ext>
            </a:extLst>
          </p:cNvPr>
          <p:cNvSpPr txBox="1"/>
          <p:nvPr/>
        </p:nvSpPr>
        <p:spPr>
          <a:xfrm>
            <a:off x="3132733" y="1707654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lvl="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1. JavaScript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框架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AE1B6268-4714-426C-A1DA-7230C756A5FE}"/>
              </a:ext>
            </a:extLst>
          </p:cNvPr>
          <p:cNvSpPr txBox="1"/>
          <p:nvPr/>
        </p:nvSpPr>
        <p:spPr>
          <a:xfrm>
            <a:off x="3132732" y="2211710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lvl="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tabLst/>
              <a:defRPr/>
            </a:pPr>
            <a:r>
              <a:rPr lang="en-US" altLang="zh-CN" sz="1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. </a:t>
            </a:r>
            <a:r>
              <a:rPr lang="zh-CN" altLang="en-US" sz="1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简化</a:t>
            </a:r>
            <a:r>
              <a:rPr lang="en-US" altLang="zh-CN" sz="1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Dom</a:t>
            </a:r>
            <a:r>
              <a:rPr lang="zh-CN" altLang="en-US" sz="1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操作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25671D50-E8D9-4F82-B1DD-BC8D6FF54336}"/>
              </a:ext>
            </a:extLst>
          </p:cNvPr>
          <p:cNvSpPr txBox="1"/>
          <p:nvPr/>
        </p:nvSpPr>
        <p:spPr>
          <a:xfrm>
            <a:off x="3132731" y="2748544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lvl="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tabLst/>
              <a:defRPr/>
            </a:pPr>
            <a:r>
              <a:rPr lang="en-US" altLang="zh-CN" sz="1400" noProof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. </a:t>
            </a:r>
            <a:r>
              <a:rPr lang="zh-CN" altLang="en-US" sz="1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响应式数据驱动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pic>
        <p:nvPicPr>
          <p:cNvPr id="24" name="Picture 2" descr="vue logo">
            <a:extLst>
              <a:ext uri="{FF2B5EF4-FFF2-40B4-BE49-F238E27FC236}">
                <a16:creationId xmlns:a16="http://schemas.microsoft.com/office/drawing/2014/main" id="{26C51722-078A-4D3E-B8DE-8B29B89AB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35646"/>
            <a:ext cx="2510748" cy="251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90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103D6B01-81C4-4C1D-B150-D1A56C5D5778}"/>
              </a:ext>
            </a:extLst>
          </p:cNvPr>
          <p:cNvSpPr txBox="1"/>
          <p:nvPr/>
        </p:nvSpPr>
        <p:spPr>
          <a:xfrm>
            <a:off x="3384550" y="2495057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lvl="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简化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Dom</a:t>
            </a:r>
            <a:r>
              <a:rPr lang="zh-CN" altLang="en-US" sz="1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操作</a:t>
            </a:r>
            <a:endParaRPr lang="en-US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724E56C6-31E4-4584-A712-929432140F6B}"/>
              </a:ext>
            </a:extLst>
          </p:cNvPr>
          <p:cNvSpPr txBox="1"/>
          <p:nvPr/>
        </p:nvSpPr>
        <p:spPr>
          <a:xfrm>
            <a:off x="3384550" y="2067694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lvl="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JavaScript</a:t>
            </a:r>
            <a:r>
              <a:rPr lang="zh-CN" altLang="en-US" sz="1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框架</a:t>
            </a:r>
            <a:endParaRPr lang="en-US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8F3E17E1-55B9-4A5B-9872-3A18CB3BD7E1}"/>
              </a:ext>
            </a:extLst>
          </p:cNvPr>
          <p:cNvSpPr txBox="1"/>
          <p:nvPr/>
        </p:nvSpPr>
        <p:spPr>
          <a:xfrm>
            <a:off x="3384550" y="2922420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lvl="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响应式</a:t>
            </a:r>
            <a:r>
              <a:rPr lang="zh-CN" altLang="en-US" sz="1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数据驱动</a:t>
            </a:r>
            <a:endParaRPr lang="en-US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100FB2-C042-47FA-AE56-45A5CB57AB87}"/>
              </a:ext>
            </a:extLst>
          </p:cNvPr>
          <p:cNvSpPr/>
          <p:nvPr/>
        </p:nvSpPr>
        <p:spPr bwMode="auto">
          <a:xfrm>
            <a:off x="899592" y="2378005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</p:spTree>
    <p:extLst>
      <p:ext uri="{BB962C8B-B14F-4D97-AF65-F5344CB8AC3E}">
        <p14:creationId xmlns:p14="http://schemas.microsoft.com/office/powerpoint/2010/main" val="2410717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Vue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388962" y="1509107"/>
            <a:ext cx="558450" cy="648073"/>
          </a:xfrm>
          <a:prstGeom prst="rect">
            <a:avLst/>
          </a:prstGeom>
        </p:spPr>
      </p:pic>
      <p:pic>
        <p:nvPicPr>
          <p:cNvPr id="30" name="Picture 2" descr="vue logo">
            <a:extLst>
              <a:ext uri="{FF2B5EF4-FFF2-40B4-BE49-F238E27FC236}">
                <a16:creationId xmlns:a16="http://schemas.microsoft.com/office/drawing/2014/main" id="{7ABB7869-7E6F-4135-83A1-4BE2B94C5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35646"/>
            <a:ext cx="2510748" cy="251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9BE899E7-1FB9-456C-B2E9-83E5D145DECF}"/>
              </a:ext>
            </a:extLst>
          </p:cNvPr>
          <p:cNvSpPr/>
          <p:nvPr/>
        </p:nvSpPr>
        <p:spPr bwMode="auto">
          <a:xfrm>
            <a:off x="3947412" y="1779662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B21CC64-1B3B-41E8-A5DA-475427E05836}"/>
              </a:ext>
            </a:extLst>
          </p:cNvPr>
          <p:cNvSpPr/>
          <p:nvPr/>
        </p:nvSpPr>
        <p:spPr bwMode="auto">
          <a:xfrm>
            <a:off x="3947412" y="2413499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165E54-BEFE-484A-9E33-75FA583FD316}"/>
              </a:ext>
            </a:extLst>
          </p:cNvPr>
          <p:cNvSpPr/>
          <p:nvPr/>
        </p:nvSpPr>
        <p:spPr bwMode="auto">
          <a:xfrm>
            <a:off x="3947412" y="3047336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C1BEB7-2F5E-4BBD-ADC4-CFACC55FB590}"/>
              </a:ext>
            </a:extLst>
          </p:cNvPr>
          <p:cNvSpPr/>
          <p:nvPr/>
        </p:nvSpPr>
        <p:spPr bwMode="auto">
          <a:xfrm>
            <a:off x="3947412" y="3681174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数据对象</a:t>
            </a:r>
          </a:p>
        </p:txBody>
      </p:sp>
    </p:spTree>
    <p:extLst>
      <p:ext uri="{BB962C8B-B14F-4D97-AF65-F5344CB8AC3E}">
        <p14:creationId xmlns:p14="http://schemas.microsoft.com/office/powerpoint/2010/main" val="279833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Vue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388962" y="2139701"/>
            <a:ext cx="558450" cy="648073"/>
          </a:xfrm>
          <a:prstGeom prst="rect">
            <a:avLst/>
          </a:prstGeom>
        </p:spPr>
      </p:pic>
      <p:pic>
        <p:nvPicPr>
          <p:cNvPr id="30" name="Picture 2" descr="vue logo">
            <a:extLst>
              <a:ext uri="{FF2B5EF4-FFF2-40B4-BE49-F238E27FC236}">
                <a16:creationId xmlns:a16="http://schemas.microsoft.com/office/drawing/2014/main" id="{7ABB7869-7E6F-4135-83A1-4BE2B94C5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35646"/>
            <a:ext cx="2510748" cy="251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9BE899E7-1FB9-456C-B2E9-83E5D145DECF}"/>
              </a:ext>
            </a:extLst>
          </p:cNvPr>
          <p:cNvSpPr/>
          <p:nvPr/>
        </p:nvSpPr>
        <p:spPr bwMode="auto">
          <a:xfrm>
            <a:off x="3947412" y="1779662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B21CC64-1B3B-41E8-A5DA-475427E05836}"/>
              </a:ext>
            </a:extLst>
          </p:cNvPr>
          <p:cNvSpPr/>
          <p:nvPr/>
        </p:nvSpPr>
        <p:spPr bwMode="auto">
          <a:xfrm>
            <a:off x="3947412" y="2413499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165E54-BEFE-484A-9E33-75FA583FD316}"/>
              </a:ext>
            </a:extLst>
          </p:cNvPr>
          <p:cNvSpPr/>
          <p:nvPr/>
        </p:nvSpPr>
        <p:spPr bwMode="auto">
          <a:xfrm>
            <a:off x="3947412" y="3047336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C1BEB7-2F5E-4BBD-ADC4-CFACC55FB590}"/>
              </a:ext>
            </a:extLst>
          </p:cNvPr>
          <p:cNvSpPr/>
          <p:nvPr/>
        </p:nvSpPr>
        <p:spPr bwMode="auto">
          <a:xfrm>
            <a:off x="3947412" y="3681174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数据对象</a:t>
            </a:r>
          </a:p>
        </p:txBody>
      </p:sp>
    </p:spTree>
    <p:extLst>
      <p:ext uri="{BB962C8B-B14F-4D97-AF65-F5344CB8AC3E}">
        <p14:creationId xmlns:p14="http://schemas.microsoft.com/office/powerpoint/2010/main" val="788668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BE899E7-1FB9-456C-B2E9-83E5D145DECF}"/>
              </a:ext>
            </a:extLst>
          </p:cNvPr>
          <p:cNvSpPr/>
          <p:nvPr/>
        </p:nvSpPr>
        <p:spPr bwMode="auto">
          <a:xfrm>
            <a:off x="755576" y="961029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EB659AB-5FA4-4759-89E0-80226E0C267E}"/>
              </a:ext>
            </a:extLst>
          </p:cNvPr>
          <p:cNvGrpSpPr>
            <a:grpSpLocks/>
          </p:cNvGrpSpPr>
          <p:nvPr/>
        </p:nvGrpSpPr>
        <p:grpSpPr bwMode="auto">
          <a:xfrm>
            <a:off x="5076056" y="2099200"/>
            <a:ext cx="2900363" cy="945100"/>
            <a:chOff x="879549" y="3893649"/>
            <a:chExt cx="2900363" cy="946528"/>
          </a:xfrm>
        </p:grpSpPr>
        <p:sp>
          <p:nvSpPr>
            <p:cNvPr id="19" name="TextBox 6">
              <a:extLst>
                <a:ext uri="{FF2B5EF4-FFF2-40B4-BE49-F238E27FC236}">
                  <a16:creationId xmlns:a16="http://schemas.microsoft.com/office/drawing/2014/main" id="{C37AB1E2-0297-4F77-9EE3-971B1A52C9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9549" y="3893649"/>
              <a:ext cx="2227263" cy="369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文档传送门</a:t>
              </a:r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2E25B9-E5F7-4EF0-A2D7-115727561A84}"/>
                </a:ext>
              </a:extLst>
            </p:cNvPr>
            <p:cNvSpPr txBox="1"/>
            <p:nvPr/>
          </p:nvSpPr>
          <p:spPr>
            <a:xfrm>
              <a:off x="879549" y="4232299"/>
              <a:ext cx="2900363" cy="60787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lnSpc>
                  <a:spcPct val="2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dirty="0">
                  <a:solidFill>
                    <a:srgbClr val="00B0F0"/>
                  </a:solidFill>
                </a:rPr>
                <a:t>https://cn.vuejs.org</a:t>
              </a:r>
              <a:endParaRPr lang="zh-CN" altLang="en-US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+mn-ea"/>
              </a:endParaRPr>
            </a:p>
          </p:txBody>
        </p:sp>
      </p:grpSp>
      <p:pic>
        <p:nvPicPr>
          <p:cNvPr id="25" name="Picture 2" descr="https://gss1.bdstatic.com/9vo3dSag_xI4khGkpoWK1HF6hhy/baike/w%3D268%3Bg%3D0/sign=c08a0c60a844ad342ebf8081e8996bc9/4afbfbedab64034f29596c8ba6c379310b551da2.jpg">
            <a:extLst>
              <a:ext uri="{FF2B5EF4-FFF2-40B4-BE49-F238E27FC236}">
                <a16:creationId xmlns:a16="http://schemas.microsoft.com/office/drawing/2014/main" id="{ABFB733D-081E-4780-9179-BCEC16A92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524216"/>
            <a:ext cx="25527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6">
            <a:extLst>
              <a:ext uri="{FF2B5EF4-FFF2-40B4-BE49-F238E27FC236}">
                <a16:creationId xmlns:a16="http://schemas.microsoft.com/office/drawing/2014/main" id="{930B5A77-B783-4CDF-BB8D-A7B10A64F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295" y="4210815"/>
            <a:ext cx="2227263" cy="337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尤雨溪</a:t>
            </a:r>
          </a:p>
        </p:txBody>
      </p:sp>
    </p:spTree>
    <p:extLst>
      <p:ext uri="{BB962C8B-B14F-4D97-AF65-F5344CB8AC3E}">
        <p14:creationId xmlns:p14="http://schemas.microsoft.com/office/powerpoint/2010/main" val="3885637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1D9FC2-C32E-4C53-A940-46577F511488}"/>
              </a:ext>
            </a:extLst>
          </p:cNvPr>
          <p:cNvSpPr/>
          <p:nvPr/>
        </p:nvSpPr>
        <p:spPr bwMode="auto">
          <a:xfrm>
            <a:off x="827584" y="2378005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F39AD8D1-A954-4BD0-9286-5EFA7A8D7935}"/>
              </a:ext>
            </a:extLst>
          </p:cNvPr>
          <p:cNvSpPr txBox="1"/>
          <p:nvPr/>
        </p:nvSpPr>
        <p:spPr>
          <a:xfrm>
            <a:off x="3347864" y="2334257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lvl="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创建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实例对象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el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属性和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data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属性</a:t>
            </a:r>
            <a:endParaRPr lang="en-US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E51D071A-CB18-43A3-BB37-947709F1D51D}"/>
              </a:ext>
            </a:extLst>
          </p:cNvPr>
          <p:cNvSpPr txBox="1"/>
          <p:nvPr/>
        </p:nvSpPr>
        <p:spPr>
          <a:xfrm>
            <a:off x="3347864" y="1906894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lvl="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导入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开发版本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Vue.js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29BADF84-1874-48D2-855C-16E30ED3EB81}"/>
              </a:ext>
            </a:extLst>
          </p:cNvPr>
          <p:cNvSpPr txBox="1"/>
          <p:nvPr/>
        </p:nvSpPr>
        <p:spPr>
          <a:xfrm>
            <a:off x="3347864" y="2761620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  使用简洁的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模板语法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把数据渲染到页面上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0757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Vue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388962" y="2139701"/>
            <a:ext cx="558450" cy="648073"/>
          </a:xfrm>
          <a:prstGeom prst="rect">
            <a:avLst/>
          </a:prstGeom>
        </p:spPr>
      </p:pic>
      <p:pic>
        <p:nvPicPr>
          <p:cNvPr id="30" name="Picture 2" descr="vue logo">
            <a:extLst>
              <a:ext uri="{FF2B5EF4-FFF2-40B4-BE49-F238E27FC236}">
                <a16:creationId xmlns:a16="http://schemas.microsoft.com/office/drawing/2014/main" id="{7ABB7869-7E6F-4135-83A1-4BE2B94C5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35646"/>
            <a:ext cx="2510748" cy="251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9BE899E7-1FB9-456C-B2E9-83E5D145DECF}"/>
              </a:ext>
            </a:extLst>
          </p:cNvPr>
          <p:cNvSpPr/>
          <p:nvPr/>
        </p:nvSpPr>
        <p:spPr bwMode="auto">
          <a:xfrm>
            <a:off x="3947412" y="1779662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B21CC64-1B3B-41E8-A5DA-475427E05836}"/>
              </a:ext>
            </a:extLst>
          </p:cNvPr>
          <p:cNvSpPr/>
          <p:nvPr/>
        </p:nvSpPr>
        <p:spPr bwMode="auto">
          <a:xfrm>
            <a:off x="3947412" y="2413499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165E54-BEFE-484A-9E33-75FA583FD316}"/>
              </a:ext>
            </a:extLst>
          </p:cNvPr>
          <p:cNvSpPr/>
          <p:nvPr/>
        </p:nvSpPr>
        <p:spPr bwMode="auto">
          <a:xfrm>
            <a:off x="3947412" y="3047336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C1BEB7-2F5E-4BBD-ADC4-CFACC55FB590}"/>
              </a:ext>
            </a:extLst>
          </p:cNvPr>
          <p:cNvSpPr/>
          <p:nvPr/>
        </p:nvSpPr>
        <p:spPr bwMode="auto">
          <a:xfrm>
            <a:off x="3947412" y="3681174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数据对象</a:t>
            </a:r>
          </a:p>
        </p:txBody>
      </p:sp>
    </p:spTree>
    <p:extLst>
      <p:ext uri="{BB962C8B-B14F-4D97-AF65-F5344CB8AC3E}">
        <p14:creationId xmlns:p14="http://schemas.microsoft.com/office/powerpoint/2010/main" val="3620585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Vue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388962" y="2787773"/>
            <a:ext cx="558450" cy="648073"/>
          </a:xfrm>
          <a:prstGeom prst="rect">
            <a:avLst/>
          </a:prstGeom>
        </p:spPr>
      </p:pic>
      <p:pic>
        <p:nvPicPr>
          <p:cNvPr id="30" name="Picture 2" descr="vue logo">
            <a:extLst>
              <a:ext uri="{FF2B5EF4-FFF2-40B4-BE49-F238E27FC236}">
                <a16:creationId xmlns:a16="http://schemas.microsoft.com/office/drawing/2014/main" id="{7ABB7869-7E6F-4135-83A1-4BE2B94C5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35646"/>
            <a:ext cx="2510748" cy="251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9BE899E7-1FB9-456C-B2E9-83E5D145DECF}"/>
              </a:ext>
            </a:extLst>
          </p:cNvPr>
          <p:cNvSpPr/>
          <p:nvPr/>
        </p:nvSpPr>
        <p:spPr bwMode="auto">
          <a:xfrm>
            <a:off x="3947412" y="1779662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B21CC64-1B3B-41E8-A5DA-475427E05836}"/>
              </a:ext>
            </a:extLst>
          </p:cNvPr>
          <p:cNvSpPr/>
          <p:nvPr/>
        </p:nvSpPr>
        <p:spPr bwMode="auto">
          <a:xfrm>
            <a:off x="3947412" y="2413499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165E54-BEFE-484A-9E33-75FA583FD316}"/>
              </a:ext>
            </a:extLst>
          </p:cNvPr>
          <p:cNvSpPr/>
          <p:nvPr/>
        </p:nvSpPr>
        <p:spPr bwMode="auto">
          <a:xfrm>
            <a:off x="3947412" y="3047336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C1BEB7-2F5E-4BBD-ADC4-CFACC55FB590}"/>
              </a:ext>
            </a:extLst>
          </p:cNvPr>
          <p:cNvSpPr/>
          <p:nvPr/>
        </p:nvSpPr>
        <p:spPr bwMode="auto">
          <a:xfrm>
            <a:off x="3947412" y="3681174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数据对象</a:t>
            </a:r>
          </a:p>
        </p:txBody>
      </p:sp>
    </p:spTree>
    <p:extLst>
      <p:ext uri="{BB962C8B-B14F-4D97-AF65-F5344CB8AC3E}">
        <p14:creationId xmlns:p14="http://schemas.microsoft.com/office/powerpoint/2010/main" val="1884838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BE899E7-1FB9-456C-B2E9-83E5D145DECF}"/>
              </a:ext>
            </a:extLst>
          </p:cNvPr>
          <p:cNvSpPr/>
          <p:nvPr/>
        </p:nvSpPr>
        <p:spPr bwMode="auto">
          <a:xfrm>
            <a:off x="755576" y="961029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0AEC77-DCC6-4066-B1BC-FE73E647F714}"/>
              </a:ext>
            </a:extLst>
          </p:cNvPr>
          <p:cNvSpPr/>
          <p:nvPr/>
        </p:nvSpPr>
        <p:spPr>
          <a:xfrm>
            <a:off x="683568" y="2283718"/>
            <a:ext cx="3528392" cy="92333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pt-BR" altLang="zh-CN" dirty="0">
                <a:solidFill>
                  <a:srgbClr val="55B4D4"/>
                </a:solidFill>
                <a:latin typeface="Menlo"/>
              </a:rPr>
              <a:t>      </a:t>
            </a:r>
            <a:r>
              <a:rPr lang="en-US" altLang="zh-CN" dirty="0">
                <a:solidFill>
                  <a:srgbClr val="55B4D4"/>
                </a:solidFill>
                <a:latin typeface="Menlo"/>
              </a:rPr>
              <a:t>{{ message }}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CAC282-5F65-4C2D-81BA-DF98C9FC8F95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	message: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黑马程序员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607170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BE899E7-1FB9-456C-B2E9-83E5D145DECF}"/>
              </a:ext>
            </a:extLst>
          </p:cNvPr>
          <p:cNvSpPr/>
          <p:nvPr/>
        </p:nvSpPr>
        <p:spPr bwMode="auto">
          <a:xfrm>
            <a:off x="755576" y="961029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0AEC77-DCC6-4066-B1BC-FE73E647F714}"/>
              </a:ext>
            </a:extLst>
          </p:cNvPr>
          <p:cNvSpPr/>
          <p:nvPr/>
        </p:nvSpPr>
        <p:spPr>
          <a:xfrm>
            <a:off x="683568" y="2283718"/>
            <a:ext cx="3528392" cy="92333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pt-BR" altLang="zh-CN" dirty="0">
                <a:solidFill>
                  <a:srgbClr val="55B4D4"/>
                </a:solidFill>
                <a:latin typeface="Menlo"/>
              </a:rPr>
              <a:t>      </a:t>
            </a:r>
            <a:r>
              <a:rPr lang="zh-CN" altLang="en-US" dirty="0">
                <a:solidFill>
                  <a:srgbClr val="55B4D4"/>
                </a:solidFill>
                <a:latin typeface="Menlo"/>
              </a:rPr>
              <a:t>黑马程序员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CAC282-5F65-4C2D-81BA-DF98C9FC8F95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	message: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黑马程序员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326084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2">
            <a:extLst>
              <a:ext uri="{FF2B5EF4-FFF2-40B4-BE49-F238E27FC236}">
                <a16:creationId xmlns:a16="http://schemas.microsoft.com/office/drawing/2014/main" id="{6629DF6E-4DE0-4D21-9288-B8BE928A49BE}"/>
              </a:ext>
            </a:extLst>
          </p:cNvPr>
          <p:cNvSpPr txBox="1"/>
          <p:nvPr/>
        </p:nvSpPr>
        <p:spPr>
          <a:xfrm>
            <a:off x="841375" y="1645066"/>
            <a:ext cx="3514725" cy="4635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实例的作用范围是什么呢？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C2723D2D-AAF8-461B-BB6B-F446F1E580B6}"/>
              </a:ext>
            </a:extLst>
          </p:cNvPr>
          <p:cNvSpPr txBox="1"/>
          <p:nvPr/>
        </p:nvSpPr>
        <p:spPr>
          <a:xfrm>
            <a:off x="841374" y="2724888"/>
            <a:ext cx="3514725" cy="4635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是否可以使用其他的选择器？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FFA9DB0B-EF7F-4772-9730-48AD5B078D81}"/>
              </a:ext>
            </a:extLst>
          </p:cNvPr>
          <p:cNvSpPr txBox="1"/>
          <p:nvPr/>
        </p:nvSpPr>
        <p:spPr>
          <a:xfrm>
            <a:off x="841373" y="3862845"/>
            <a:ext cx="3730627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是否可以设置其他的</a:t>
            </a: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dom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元素呢？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5B0C893F-F397-477F-95F4-5D4577745F5D}"/>
              </a:ext>
            </a:extLst>
          </p:cNvPr>
          <p:cNvSpPr txBox="1"/>
          <p:nvPr/>
        </p:nvSpPr>
        <p:spPr>
          <a:xfrm>
            <a:off x="1115818" y="2106112"/>
            <a:ext cx="5383213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会管理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el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选项</a:t>
            </a:r>
            <a:r>
              <a:rPr lang="zh-CN" altLang="en-US" sz="105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命中的元素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及其内部的</a:t>
            </a:r>
            <a:r>
              <a:rPr lang="zh-CN" altLang="en-US" sz="105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后代元素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E260D4EC-FD90-46E3-AEA6-78BEE7F1D400}"/>
              </a:ext>
            </a:extLst>
          </p:cNvPr>
          <p:cNvSpPr txBox="1"/>
          <p:nvPr/>
        </p:nvSpPr>
        <p:spPr>
          <a:xfrm>
            <a:off x="1115616" y="3214645"/>
            <a:ext cx="5383213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可以使用其他的选择器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但是建议使用</a:t>
            </a:r>
            <a:r>
              <a:rPr lang="en-US" altLang="zh-CN" sz="105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sz="105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选择器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67130E03-5E6C-4334-8B31-FF2512ADB74B}"/>
              </a:ext>
            </a:extLst>
          </p:cNvPr>
          <p:cNvSpPr txBox="1"/>
          <p:nvPr/>
        </p:nvSpPr>
        <p:spPr>
          <a:xfrm>
            <a:off x="1115616" y="4353808"/>
            <a:ext cx="5383213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可以使用其他的双标签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不能使用</a:t>
            </a:r>
            <a:r>
              <a:rPr lang="en-US" altLang="zh-CN" sz="105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HTML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05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BODY</a:t>
            </a:r>
            <a:endParaRPr lang="zh-CN" altLang="en-US" sz="105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E4EFD6-244E-427B-BB72-106CAE51463A}"/>
              </a:ext>
            </a:extLst>
          </p:cNvPr>
          <p:cNvSpPr/>
          <p:nvPr/>
        </p:nvSpPr>
        <p:spPr bwMode="auto">
          <a:xfrm>
            <a:off x="755576" y="961029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挂载点</a:t>
            </a:r>
          </a:p>
        </p:txBody>
      </p:sp>
    </p:spTree>
    <p:extLst>
      <p:ext uri="{BB962C8B-B14F-4D97-AF65-F5344CB8AC3E}">
        <p14:creationId xmlns:p14="http://schemas.microsoft.com/office/powerpoint/2010/main" val="3994469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5DA79024-652D-4DC4-99B4-65CC935A7AFF}"/>
              </a:ext>
            </a:extLst>
          </p:cNvPr>
          <p:cNvSpPr txBox="1"/>
          <p:nvPr/>
        </p:nvSpPr>
        <p:spPr>
          <a:xfrm>
            <a:off x="3419872" y="2080374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会管理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el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选项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命中的元素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及其内部的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后代元素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CB43645F-C4C9-4999-90B6-F0FA8A2F400A}"/>
              </a:ext>
            </a:extLst>
          </p:cNvPr>
          <p:cNvSpPr txBox="1"/>
          <p:nvPr/>
        </p:nvSpPr>
        <p:spPr>
          <a:xfrm>
            <a:off x="3419872" y="2500824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 可以使用其他的选择器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但是建议使用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选择器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4CA4086E-2D43-437C-8921-68416599F8E6}"/>
              </a:ext>
            </a:extLst>
          </p:cNvPr>
          <p:cNvSpPr txBox="1"/>
          <p:nvPr/>
        </p:nvSpPr>
        <p:spPr>
          <a:xfrm>
            <a:off x="3419872" y="2905636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 可以使用其他的双标签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不能使用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HTML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BODY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04F8A48C-BE2C-47CF-BF00-5615366F2368}"/>
              </a:ext>
            </a:extLst>
          </p:cNvPr>
          <p:cNvSpPr txBox="1"/>
          <p:nvPr/>
        </p:nvSpPr>
        <p:spPr>
          <a:xfrm>
            <a:off x="3419872" y="1694578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 el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是用来设置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实例挂载（管理）的元素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A1CF44-B9E0-4503-BED6-39F92CB7C98C}"/>
              </a:ext>
            </a:extLst>
          </p:cNvPr>
          <p:cNvSpPr/>
          <p:nvPr/>
        </p:nvSpPr>
        <p:spPr bwMode="auto">
          <a:xfrm>
            <a:off x="755576" y="2414517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挂载点</a:t>
            </a:r>
          </a:p>
        </p:txBody>
      </p:sp>
    </p:spTree>
    <p:extLst>
      <p:ext uri="{BB962C8B-B14F-4D97-AF65-F5344CB8AC3E}">
        <p14:creationId xmlns:p14="http://schemas.microsoft.com/office/powerpoint/2010/main" val="4267912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Vue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388962" y="2787773"/>
            <a:ext cx="558450" cy="648073"/>
          </a:xfrm>
          <a:prstGeom prst="rect">
            <a:avLst/>
          </a:prstGeom>
        </p:spPr>
      </p:pic>
      <p:pic>
        <p:nvPicPr>
          <p:cNvPr id="30" name="Picture 2" descr="vue logo">
            <a:extLst>
              <a:ext uri="{FF2B5EF4-FFF2-40B4-BE49-F238E27FC236}">
                <a16:creationId xmlns:a16="http://schemas.microsoft.com/office/drawing/2014/main" id="{7ABB7869-7E6F-4135-83A1-4BE2B94C5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35646"/>
            <a:ext cx="2510748" cy="251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9BE899E7-1FB9-456C-B2E9-83E5D145DECF}"/>
              </a:ext>
            </a:extLst>
          </p:cNvPr>
          <p:cNvSpPr/>
          <p:nvPr/>
        </p:nvSpPr>
        <p:spPr bwMode="auto">
          <a:xfrm>
            <a:off x="3947412" y="1779662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B21CC64-1B3B-41E8-A5DA-475427E05836}"/>
              </a:ext>
            </a:extLst>
          </p:cNvPr>
          <p:cNvSpPr/>
          <p:nvPr/>
        </p:nvSpPr>
        <p:spPr bwMode="auto">
          <a:xfrm>
            <a:off x="3947412" y="2413499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165E54-BEFE-484A-9E33-75FA583FD316}"/>
              </a:ext>
            </a:extLst>
          </p:cNvPr>
          <p:cNvSpPr/>
          <p:nvPr/>
        </p:nvSpPr>
        <p:spPr bwMode="auto">
          <a:xfrm>
            <a:off x="3947412" y="3047336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C1BEB7-2F5E-4BBD-ADC4-CFACC55FB590}"/>
              </a:ext>
            </a:extLst>
          </p:cNvPr>
          <p:cNvSpPr/>
          <p:nvPr/>
        </p:nvSpPr>
        <p:spPr bwMode="auto">
          <a:xfrm>
            <a:off x="3947412" y="3681174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数据对象</a:t>
            </a:r>
          </a:p>
        </p:txBody>
      </p:sp>
    </p:spTree>
    <p:extLst>
      <p:ext uri="{BB962C8B-B14F-4D97-AF65-F5344CB8AC3E}">
        <p14:creationId xmlns:p14="http://schemas.microsoft.com/office/powerpoint/2010/main" val="2173854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Vue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388962" y="3435845"/>
            <a:ext cx="558450" cy="648073"/>
          </a:xfrm>
          <a:prstGeom prst="rect">
            <a:avLst/>
          </a:prstGeom>
        </p:spPr>
      </p:pic>
      <p:pic>
        <p:nvPicPr>
          <p:cNvPr id="30" name="Picture 2" descr="vue logo">
            <a:extLst>
              <a:ext uri="{FF2B5EF4-FFF2-40B4-BE49-F238E27FC236}">
                <a16:creationId xmlns:a16="http://schemas.microsoft.com/office/drawing/2014/main" id="{7ABB7869-7E6F-4135-83A1-4BE2B94C5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35646"/>
            <a:ext cx="2510748" cy="251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9BE899E7-1FB9-456C-B2E9-83E5D145DECF}"/>
              </a:ext>
            </a:extLst>
          </p:cNvPr>
          <p:cNvSpPr/>
          <p:nvPr/>
        </p:nvSpPr>
        <p:spPr bwMode="auto">
          <a:xfrm>
            <a:off x="3947412" y="1779662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B21CC64-1B3B-41E8-A5DA-475427E05836}"/>
              </a:ext>
            </a:extLst>
          </p:cNvPr>
          <p:cNvSpPr/>
          <p:nvPr/>
        </p:nvSpPr>
        <p:spPr bwMode="auto">
          <a:xfrm>
            <a:off x="3947412" y="2413499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165E54-BEFE-484A-9E33-75FA583FD316}"/>
              </a:ext>
            </a:extLst>
          </p:cNvPr>
          <p:cNvSpPr/>
          <p:nvPr/>
        </p:nvSpPr>
        <p:spPr bwMode="auto">
          <a:xfrm>
            <a:off x="3947412" y="3047336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C1BEB7-2F5E-4BBD-ADC4-CFACC55FB590}"/>
              </a:ext>
            </a:extLst>
          </p:cNvPr>
          <p:cNvSpPr/>
          <p:nvPr/>
        </p:nvSpPr>
        <p:spPr bwMode="auto">
          <a:xfrm>
            <a:off x="3947412" y="3681174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数据对象</a:t>
            </a:r>
          </a:p>
        </p:txBody>
      </p:sp>
    </p:spTree>
    <p:extLst>
      <p:ext uri="{BB962C8B-B14F-4D97-AF65-F5344CB8AC3E}">
        <p14:creationId xmlns:p14="http://schemas.microsoft.com/office/powerpoint/2010/main" val="3617800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BE899E7-1FB9-456C-B2E9-83E5D145DECF}"/>
              </a:ext>
            </a:extLst>
          </p:cNvPr>
          <p:cNvSpPr/>
          <p:nvPr/>
        </p:nvSpPr>
        <p:spPr bwMode="auto">
          <a:xfrm>
            <a:off x="755576" y="961029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数据对象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0AEC77-DCC6-4066-B1BC-FE73E647F714}"/>
              </a:ext>
            </a:extLst>
          </p:cNvPr>
          <p:cNvSpPr/>
          <p:nvPr/>
        </p:nvSpPr>
        <p:spPr>
          <a:xfrm>
            <a:off x="683568" y="2283718"/>
            <a:ext cx="3528392" cy="92333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pt-BR" altLang="zh-CN" dirty="0">
                <a:solidFill>
                  <a:srgbClr val="55B4D4"/>
                </a:solidFill>
                <a:latin typeface="Menlo"/>
              </a:rPr>
              <a:t>      </a:t>
            </a:r>
            <a:r>
              <a:rPr lang="en-US" altLang="zh-CN" dirty="0">
                <a:solidFill>
                  <a:srgbClr val="55B4D4"/>
                </a:solidFill>
                <a:latin typeface="Menlo"/>
              </a:rPr>
              <a:t>{{ message }}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CAC282-5F65-4C2D-81BA-DF98C9FC8F95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	message: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黑马程序员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",</a:t>
            </a: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879560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BE899E7-1FB9-456C-B2E9-83E5D145DECF}"/>
              </a:ext>
            </a:extLst>
          </p:cNvPr>
          <p:cNvSpPr/>
          <p:nvPr/>
        </p:nvSpPr>
        <p:spPr bwMode="auto">
          <a:xfrm>
            <a:off x="755576" y="961029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数据对象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0AEC77-DCC6-4066-B1BC-FE73E647F714}"/>
              </a:ext>
            </a:extLst>
          </p:cNvPr>
          <p:cNvSpPr/>
          <p:nvPr/>
        </p:nvSpPr>
        <p:spPr>
          <a:xfrm>
            <a:off x="683568" y="2283718"/>
            <a:ext cx="3528392" cy="92333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pt-BR" altLang="zh-CN" dirty="0">
                <a:solidFill>
                  <a:srgbClr val="55B4D4"/>
                </a:solidFill>
                <a:latin typeface="Menlo"/>
              </a:rPr>
              <a:t>      </a:t>
            </a:r>
            <a:r>
              <a:rPr lang="en-US" altLang="zh-CN" dirty="0">
                <a:solidFill>
                  <a:srgbClr val="55B4D4"/>
                </a:solidFill>
                <a:latin typeface="Menlo"/>
              </a:rPr>
              <a:t>{{ message }}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CAC282-5F65-4C2D-81BA-DF98C9FC8F95}"/>
              </a:ext>
            </a:extLst>
          </p:cNvPr>
          <p:cNvSpPr/>
          <p:nvPr/>
        </p:nvSpPr>
        <p:spPr>
          <a:xfrm>
            <a:off x="4572000" y="2283718"/>
            <a:ext cx="3456384" cy="230832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	message: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黑马程序员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	array:[]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86B300"/>
                </a:solidFill>
                <a:latin typeface="Menlo"/>
              </a:rPr>
              <a:t>	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obj:{}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,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354430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5DA79024-652D-4DC4-99B4-65CC935A7AFF}"/>
              </a:ext>
            </a:extLst>
          </p:cNvPr>
          <p:cNvSpPr txBox="1"/>
          <p:nvPr/>
        </p:nvSpPr>
        <p:spPr>
          <a:xfrm>
            <a:off x="3419872" y="2341170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 data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中可以写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复杂类型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的数据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CB43645F-C4C9-4999-90B6-F0FA8A2F400A}"/>
              </a:ext>
            </a:extLst>
          </p:cNvPr>
          <p:cNvSpPr txBox="1"/>
          <p:nvPr/>
        </p:nvSpPr>
        <p:spPr>
          <a:xfrm>
            <a:off x="3419872" y="2761620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渲染复杂类型数据时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遵守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js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语法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即可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04F8A48C-BE2C-47CF-BF00-5615366F2368}"/>
              </a:ext>
            </a:extLst>
          </p:cNvPr>
          <p:cNvSpPr txBox="1"/>
          <p:nvPr/>
        </p:nvSpPr>
        <p:spPr>
          <a:xfrm>
            <a:off x="3419872" y="1955374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 Vue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中用到的数据定义在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data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中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A1CF44-B9E0-4503-BED6-39F92CB7C98C}"/>
              </a:ext>
            </a:extLst>
          </p:cNvPr>
          <p:cNvSpPr/>
          <p:nvPr/>
        </p:nvSpPr>
        <p:spPr bwMode="auto">
          <a:xfrm>
            <a:off x="755576" y="2414517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数据对象</a:t>
            </a:r>
          </a:p>
        </p:txBody>
      </p:sp>
    </p:spTree>
    <p:extLst>
      <p:ext uri="{BB962C8B-B14F-4D97-AF65-F5344CB8AC3E}">
        <p14:creationId xmlns:p14="http://schemas.microsoft.com/office/powerpoint/2010/main" val="4019089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Vue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388962" y="3435845"/>
            <a:ext cx="558450" cy="648073"/>
          </a:xfrm>
          <a:prstGeom prst="rect">
            <a:avLst/>
          </a:prstGeom>
        </p:spPr>
      </p:pic>
      <p:pic>
        <p:nvPicPr>
          <p:cNvPr id="30" name="Picture 2" descr="vue logo">
            <a:extLst>
              <a:ext uri="{FF2B5EF4-FFF2-40B4-BE49-F238E27FC236}">
                <a16:creationId xmlns:a16="http://schemas.microsoft.com/office/drawing/2014/main" id="{7ABB7869-7E6F-4135-83A1-4BE2B94C5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35646"/>
            <a:ext cx="2510748" cy="251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9BE899E7-1FB9-456C-B2E9-83E5D145DECF}"/>
              </a:ext>
            </a:extLst>
          </p:cNvPr>
          <p:cNvSpPr/>
          <p:nvPr/>
        </p:nvSpPr>
        <p:spPr bwMode="auto">
          <a:xfrm>
            <a:off x="3947412" y="1779662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B21CC64-1B3B-41E8-A5DA-475427E05836}"/>
              </a:ext>
            </a:extLst>
          </p:cNvPr>
          <p:cNvSpPr/>
          <p:nvPr/>
        </p:nvSpPr>
        <p:spPr bwMode="auto">
          <a:xfrm>
            <a:off x="3947412" y="2413499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165E54-BEFE-484A-9E33-75FA583FD316}"/>
              </a:ext>
            </a:extLst>
          </p:cNvPr>
          <p:cNvSpPr/>
          <p:nvPr/>
        </p:nvSpPr>
        <p:spPr bwMode="auto">
          <a:xfrm>
            <a:off x="3947412" y="3047336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C1BEB7-2F5E-4BBD-ADC4-CFACC55FB590}"/>
              </a:ext>
            </a:extLst>
          </p:cNvPr>
          <p:cNvSpPr/>
          <p:nvPr/>
        </p:nvSpPr>
        <p:spPr bwMode="auto">
          <a:xfrm>
            <a:off x="3947412" y="3681174"/>
            <a:ext cx="1584176" cy="387489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data: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数据对象</a:t>
            </a:r>
          </a:p>
        </p:txBody>
      </p:sp>
    </p:spTree>
    <p:extLst>
      <p:ext uri="{BB962C8B-B14F-4D97-AF65-F5344CB8AC3E}">
        <p14:creationId xmlns:p14="http://schemas.microsoft.com/office/powerpoint/2010/main" val="2163860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>
            <a:extLst>
              <a:ext uri="{FF2B5EF4-FFF2-40B4-BE49-F238E27FC236}">
                <a16:creationId xmlns:a16="http://schemas.microsoft.com/office/drawing/2014/main" id="{0F867FEC-D5E2-4EBD-A341-958F78E45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1" y="-19050"/>
            <a:ext cx="1441364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>
              <a:defRPr/>
            </a:pPr>
            <a:r>
              <a:rPr lang="zh-CN" altLang="en-US" sz="2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课程安排</a:t>
            </a:r>
            <a:endParaRPr lang="zh-TW" altLang="zh-CN" sz="24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125798" y="2605459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Vue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ADD46AD-001E-4C85-8246-4A88625E1379}"/>
              </a:ext>
            </a:extLst>
          </p:cNvPr>
          <p:cNvGrpSpPr>
            <a:grpSpLocks/>
          </p:cNvGrpSpPr>
          <p:nvPr/>
        </p:nvGrpSpPr>
        <p:grpSpPr bwMode="auto">
          <a:xfrm>
            <a:off x="2401615" y="2605459"/>
            <a:ext cx="1944216" cy="614363"/>
            <a:chOff x="6480625" y="1255885"/>
            <a:chExt cx="3041318" cy="961979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A3E3DF9-2C99-4ADA-AB98-0C1BADAA4BE1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本地应用</a:t>
              </a:r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9ADBB28D-908A-4EC4-9C4E-B4025718C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E5CEC98-EA26-435C-AE35-E36611A3B229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180DD74-697B-4327-8338-680DB881DB9B}"/>
              </a:ext>
            </a:extLst>
          </p:cNvPr>
          <p:cNvGrpSpPr>
            <a:grpSpLocks/>
          </p:cNvGrpSpPr>
          <p:nvPr/>
        </p:nvGrpSpPr>
        <p:grpSpPr bwMode="auto">
          <a:xfrm>
            <a:off x="4677432" y="2605459"/>
            <a:ext cx="1944216" cy="614363"/>
            <a:chOff x="6480625" y="1255885"/>
            <a:chExt cx="3041318" cy="961979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55C8084-1579-463F-B3EC-0D3933B3C8F9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网络应用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F9C2D05-986F-4E5F-B8B1-DEE3D4112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BEF75E93-5F9D-425F-813E-050CA7D93DC3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A2CA2CB-1E39-4893-A0D8-0D47287E0704}"/>
              </a:ext>
            </a:extLst>
          </p:cNvPr>
          <p:cNvGrpSpPr>
            <a:grpSpLocks/>
          </p:cNvGrpSpPr>
          <p:nvPr/>
        </p:nvGrpSpPr>
        <p:grpSpPr bwMode="auto">
          <a:xfrm>
            <a:off x="6953250" y="2605459"/>
            <a:ext cx="1944216" cy="614363"/>
            <a:chOff x="6480625" y="1255885"/>
            <a:chExt cx="3041318" cy="961979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FCA37FF-5042-4841-B59E-D15FF9BCC5B8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综合应用</a:t>
              </a:r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33DD4BFE-3CEA-437E-811B-38D56F9A4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872EA34E-4433-4D18-80AF-56C604A90C9C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77983" y="2115388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774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>
            <a:extLst>
              <a:ext uri="{FF2B5EF4-FFF2-40B4-BE49-F238E27FC236}">
                <a16:creationId xmlns:a16="http://schemas.microsoft.com/office/drawing/2014/main" id="{0F867FEC-D5E2-4EBD-A341-958F78E45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>
              <a:defRPr/>
            </a:pPr>
            <a:r>
              <a:rPr lang="zh-CN" altLang="en-US" sz="2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课程安排</a:t>
            </a:r>
            <a:endParaRPr lang="zh-TW" altLang="zh-CN" sz="24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125798" y="2605459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Vue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ADD46AD-001E-4C85-8246-4A88625E1379}"/>
              </a:ext>
            </a:extLst>
          </p:cNvPr>
          <p:cNvGrpSpPr>
            <a:grpSpLocks/>
          </p:cNvGrpSpPr>
          <p:nvPr/>
        </p:nvGrpSpPr>
        <p:grpSpPr bwMode="auto">
          <a:xfrm>
            <a:off x="2401615" y="2605459"/>
            <a:ext cx="1944216" cy="614363"/>
            <a:chOff x="6480625" y="1255885"/>
            <a:chExt cx="3041318" cy="961979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A3E3DF9-2C99-4ADA-AB98-0C1BADAA4BE1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本地应用</a:t>
              </a:r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9ADBB28D-908A-4EC4-9C4E-B4025718C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E5CEC98-EA26-435C-AE35-E36611A3B229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180DD74-697B-4327-8338-680DB881DB9B}"/>
              </a:ext>
            </a:extLst>
          </p:cNvPr>
          <p:cNvGrpSpPr>
            <a:grpSpLocks/>
          </p:cNvGrpSpPr>
          <p:nvPr/>
        </p:nvGrpSpPr>
        <p:grpSpPr bwMode="auto">
          <a:xfrm>
            <a:off x="4677432" y="2605459"/>
            <a:ext cx="1944216" cy="614363"/>
            <a:chOff x="6480625" y="1255885"/>
            <a:chExt cx="3041318" cy="961979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55C8084-1579-463F-B3EC-0D3933B3C8F9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网络应用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F9C2D05-986F-4E5F-B8B1-DEE3D4112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BEF75E93-5F9D-425F-813E-050CA7D93DC3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A2CA2CB-1E39-4893-A0D8-0D47287E0704}"/>
              </a:ext>
            </a:extLst>
          </p:cNvPr>
          <p:cNvGrpSpPr>
            <a:grpSpLocks/>
          </p:cNvGrpSpPr>
          <p:nvPr/>
        </p:nvGrpSpPr>
        <p:grpSpPr bwMode="auto">
          <a:xfrm>
            <a:off x="6953250" y="2605459"/>
            <a:ext cx="1944216" cy="614363"/>
            <a:chOff x="6480625" y="1255885"/>
            <a:chExt cx="3041318" cy="961979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FCA37FF-5042-4841-B59E-D15FF9BCC5B8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综合应用</a:t>
              </a:r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33DD4BFE-3CEA-437E-811B-38D56F9A4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872EA34E-4433-4D18-80AF-56C604A90C9C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2945111" y="2115388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411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945604" y="281479"/>
            <a:ext cx="558450" cy="648073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D726A52A-D113-45BD-8040-D03A4D2B2BB9}"/>
              </a:ext>
            </a:extLst>
          </p:cNvPr>
          <p:cNvSpPr/>
          <p:nvPr/>
        </p:nvSpPr>
        <p:spPr>
          <a:xfrm>
            <a:off x="0" y="0"/>
            <a:ext cx="9144000" cy="5156438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74437B44-5BAA-43AE-883C-A01930EEF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0393" y="1959844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开发网页效果</a:t>
            </a:r>
          </a:p>
        </p:txBody>
      </p:sp>
    </p:spTree>
    <p:extLst>
      <p:ext uri="{BB962C8B-B14F-4D97-AF65-F5344CB8AC3E}">
        <p14:creationId xmlns:p14="http://schemas.microsoft.com/office/powerpoint/2010/main" val="3655960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945604" y="281479"/>
            <a:ext cx="558450" cy="648073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D726A52A-D113-45BD-8040-D03A4D2B2BB9}"/>
              </a:ext>
            </a:extLst>
          </p:cNvPr>
          <p:cNvSpPr/>
          <p:nvPr/>
        </p:nvSpPr>
        <p:spPr>
          <a:xfrm>
            <a:off x="0" y="0"/>
            <a:ext cx="9144000" cy="5156438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74437B44-5BAA-43AE-883C-A01930EEF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0393" y="1959844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获取元素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操纵他们</a:t>
            </a:r>
          </a:p>
        </p:txBody>
      </p:sp>
    </p:spTree>
    <p:extLst>
      <p:ext uri="{BB962C8B-B14F-4D97-AF65-F5344CB8AC3E}">
        <p14:creationId xmlns:p14="http://schemas.microsoft.com/office/powerpoint/2010/main" val="1655656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945604" y="281479"/>
            <a:ext cx="558450" cy="648073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A27A6891-58E1-415C-9A54-895727B0B35F}"/>
              </a:ext>
            </a:extLst>
          </p:cNvPr>
          <p:cNvSpPr/>
          <p:nvPr/>
        </p:nvSpPr>
        <p:spPr bwMode="auto">
          <a:xfrm>
            <a:off x="3490523" y="3219822"/>
            <a:ext cx="647572" cy="148905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994CA77-A140-46D5-BB58-FED292CE7D29}"/>
              </a:ext>
            </a:extLst>
          </p:cNvPr>
          <p:cNvSpPr/>
          <p:nvPr/>
        </p:nvSpPr>
        <p:spPr bwMode="auto">
          <a:xfrm>
            <a:off x="4445307" y="3219815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4AF1015-6239-45DE-9C70-DED3C90A0886}"/>
              </a:ext>
            </a:extLst>
          </p:cNvPr>
          <p:cNvSpPr/>
          <p:nvPr/>
        </p:nvSpPr>
        <p:spPr bwMode="auto">
          <a:xfrm>
            <a:off x="5256076" y="321981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220539F-B304-450C-91D3-2EBA5C08EC37}"/>
              </a:ext>
            </a:extLst>
          </p:cNvPr>
          <p:cNvSpPr/>
          <p:nvPr/>
        </p:nvSpPr>
        <p:spPr bwMode="auto">
          <a:xfrm>
            <a:off x="6916175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A18095-2202-42C3-A115-10221864B94E}"/>
              </a:ext>
            </a:extLst>
          </p:cNvPr>
          <p:cNvSpPr/>
          <p:nvPr/>
        </p:nvSpPr>
        <p:spPr bwMode="auto">
          <a:xfrm>
            <a:off x="8241391" y="2865286"/>
            <a:ext cx="647572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D40D1DD-9D3D-4D4C-9805-9136E31482D9}"/>
              </a:ext>
            </a:extLst>
          </p:cNvPr>
          <p:cNvSpPr/>
          <p:nvPr/>
        </p:nvSpPr>
        <p:spPr bwMode="auto">
          <a:xfrm>
            <a:off x="323987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B207230-C3D8-4425-8D03-1417ACC5BBDC}"/>
              </a:ext>
            </a:extLst>
          </p:cNvPr>
          <p:cNvSpPr/>
          <p:nvPr/>
        </p:nvSpPr>
        <p:spPr bwMode="auto">
          <a:xfrm>
            <a:off x="1627304" y="2865286"/>
            <a:ext cx="712114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B43DEAC-B3CD-45B0-B6BA-B3C5FB1561F2}"/>
              </a:ext>
            </a:extLst>
          </p:cNvPr>
          <p:cNvSpPr/>
          <p:nvPr/>
        </p:nvSpPr>
        <p:spPr bwMode="auto">
          <a:xfrm>
            <a:off x="973051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8673CA5-7A9A-42F7-874A-2D92F022A4B5}"/>
              </a:ext>
            </a:extLst>
          </p:cNvPr>
          <p:cNvSpPr/>
          <p:nvPr/>
        </p:nvSpPr>
        <p:spPr bwMode="auto">
          <a:xfrm>
            <a:off x="7523377" y="2865286"/>
            <a:ext cx="647572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</p:spTree>
    <p:extLst>
      <p:ext uri="{BB962C8B-B14F-4D97-AF65-F5344CB8AC3E}">
        <p14:creationId xmlns:p14="http://schemas.microsoft.com/office/powerpoint/2010/main" val="2519366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8" grpId="0" animBg="1"/>
      <p:bldP spid="29" grpId="0" animBg="1"/>
      <p:bldP spid="38" grpId="0" animBg="1"/>
      <p:bldP spid="39" grpId="0" animBg="1"/>
      <p:bldP spid="4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945604" y="281479"/>
            <a:ext cx="558450" cy="648073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A27A6891-58E1-415C-9A54-895727B0B35F}"/>
              </a:ext>
            </a:extLst>
          </p:cNvPr>
          <p:cNvSpPr/>
          <p:nvPr/>
        </p:nvSpPr>
        <p:spPr bwMode="auto">
          <a:xfrm>
            <a:off x="3490523" y="3219822"/>
            <a:ext cx="647572" cy="148905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994CA77-A140-46D5-BB58-FED292CE7D29}"/>
              </a:ext>
            </a:extLst>
          </p:cNvPr>
          <p:cNvSpPr/>
          <p:nvPr/>
        </p:nvSpPr>
        <p:spPr bwMode="auto">
          <a:xfrm>
            <a:off x="4445307" y="3219815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4AF1015-6239-45DE-9C70-DED3C90A0886}"/>
              </a:ext>
            </a:extLst>
          </p:cNvPr>
          <p:cNvSpPr/>
          <p:nvPr/>
        </p:nvSpPr>
        <p:spPr bwMode="auto">
          <a:xfrm>
            <a:off x="5256076" y="321981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220539F-B304-450C-91D3-2EBA5C08EC37}"/>
              </a:ext>
            </a:extLst>
          </p:cNvPr>
          <p:cNvSpPr/>
          <p:nvPr/>
        </p:nvSpPr>
        <p:spPr bwMode="auto">
          <a:xfrm>
            <a:off x="6916175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A18095-2202-42C3-A115-10221864B94E}"/>
              </a:ext>
            </a:extLst>
          </p:cNvPr>
          <p:cNvSpPr/>
          <p:nvPr/>
        </p:nvSpPr>
        <p:spPr bwMode="auto">
          <a:xfrm>
            <a:off x="8241391" y="2865286"/>
            <a:ext cx="647572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D40D1DD-9D3D-4D4C-9805-9136E31482D9}"/>
              </a:ext>
            </a:extLst>
          </p:cNvPr>
          <p:cNvSpPr/>
          <p:nvPr/>
        </p:nvSpPr>
        <p:spPr bwMode="auto">
          <a:xfrm>
            <a:off x="323987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B207230-C3D8-4425-8D03-1417ACC5BBDC}"/>
              </a:ext>
            </a:extLst>
          </p:cNvPr>
          <p:cNvSpPr/>
          <p:nvPr/>
        </p:nvSpPr>
        <p:spPr bwMode="auto">
          <a:xfrm>
            <a:off x="1627304" y="2865286"/>
            <a:ext cx="712114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B43DEAC-B3CD-45B0-B6BA-B3C5FB1561F2}"/>
              </a:ext>
            </a:extLst>
          </p:cNvPr>
          <p:cNvSpPr/>
          <p:nvPr/>
        </p:nvSpPr>
        <p:spPr bwMode="auto">
          <a:xfrm>
            <a:off x="973051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8673CA5-7A9A-42F7-874A-2D92F022A4B5}"/>
              </a:ext>
            </a:extLst>
          </p:cNvPr>
          <p:cNvSpPr/>
          <p:nvPr/>
        </p:nvSpPr>
        <p:spPr bwMode="auto">
          <a:xfrm>
            <a:off x="7523377" y="2865286"/>
            <a:ext cx="647572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B2BE3A6-E8D2-452B-8E8F-85C4C1D400B2}"/>
              </a:ext>
            </a:extLst>
          </p:cNvPr>
          <p:cNvSpPr/>
          <p:nvPr/>
        </p:nvSpPr>
        <p:spPr>
          <a:xfrm>
            <a:off x="0" y="0"/>
            <a:ext cx="9144000" cy="5156438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占位符 1">
            <a:extLst>
              <a:ext uri="{FF2B5EF4-FFF2-40B4-BE49-F238E27FC236}">
                <a16:creationId xmlns:a16="http://schemas.microsoft.com/office/drawing/2014/main" id="{B940B457-6D2A-478C-9C15-995F8CA7A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0393" y="1959844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</a:p>
        </p:txBody>
      </p:sp>
    </p:spTree>
    <p:extLst>
      <p:ext uri="{BB962C8B-B14F-4D97-AF65-F5344CB8AC3E}">
        <p14:creationId xmlns:p14="http://schemas.microsoft.com/office/powerpoint/2010/main" val="1003059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945604" y="281479"/>
            <a:ext cx="558450" cy="64807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47B3ADFB-E3FD-42D9-9C46-2B17CEFE9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21" y="3219822"/>
            <a:ext cx="1931617" cy="86273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C5789B6-FDC0-4954-8EAF-83DEDB668B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089" y="1020086"/>
            <a:ext cx="2627415" cy="198214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59D51D08-80DC-4588-B860-3093C703AC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248" y="3219822"/>
            <a:ext cx="2177988" cy="1711276"/>
          </a:xfrm>
          <a:prstGeom prst="rect">
            <a:avLst/>
          </a:prstGeom>
          <a:ln>
            <a:solidFill>
              <a:srgbClr val="404040"/>
            </a:solidFill>
          </a:ln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D8F0D750-2ADD-4DD2-B835-5D4F61A7036A}"/>
              </a:ext>
            </a:extLst>
          </p:cNvPr>
          <p:cNvSpPr/>
          <p:nvPr/>
        </p:nvSpPr>
        <p:spPr bwMode="auto">
          <a:xfrm>
            <a:off x="3490523" y="3219822"/>
            <a:ext cx="647572" cy="148905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45DD3C8-5B4A-4307-AA9C-FF0ECCE6E531}"/>
              </a:ext>
            </a:extLst>
          </p:cNvPr>
          <p:cNvSpPr/>
          <p:nvPr/>
        </p:nvSpPr>
        <p:spPr bwMode="auto">
          <a:xfrm>
            <a:off x="4445307" y="3219815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534B42C-D1D8-4F04-9A65-6B586DD195D2}"/>
              </a:ext>
            </a:extLst>
          </p:cNvPr>
          <p:cNvSpPr/>
          <p:nvPr/>
        </p:nvSpPr>
        <p:spPr bwMode="auto">
          <a:xfrm>
            <a:off x="5256076" y="321981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E70B5DB-3E79-4550-B03C-D4D6EF4DB0E3}"/>
              </a:ext>
            </a:extLst>
          </p:cNvPr>
          <p:cNvSpPr/>
          <p:nvPr/>
        </p:nvSpPr>
        <p:spPr bwMode="auto">
          <a:xfrm>
            <a:off x="6916175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69ACA7A-CBA2-4E8D-8794-99C7AD6B8B01}"/>
              </a:ext>
            </a:extLst>
          </p:cNvPr>
          <p:cNvSpPr/>
          <p:nvPr/>
        </p:nvSpPr>
        <p:spPr bwMode="auto">
          <a:xfrm>
            <a:off x="8241391" y="2865286"/>
            <a:ext cx="647572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EF8924E-E012-4312-9C88-D64E5F27F4B9}"/>
              </a:ext>
            </a:extLst>
          </p:cNvPr>
          <p:cNvSpPr/>
          <p:nvPr/>
        </p:nvSpPr>
        <p:spPr bwMode="auto">
          <a:xfrm>
            <a:off x="323987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C6DE983-56AF-4DED-BC58-4FC1B14F6CEF}"/>
              </a:ext>
            </a:extLst>
          </p:cNvPr>
          <p:cNvSpPr/>
          <p:nvPr/>
        </p:nvSpPr>
        <p:spPr bwMode="auto">
          <a:xfrm>
            <a:off x="1627304" y="2865286"/>
            <a:ext cx="712114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01FDF40-80AA-4B9A-81D8-76985C46C35C}"/>
              </a:ext>
            </a:extLst>
          </p:cNvPr>
          <p:cNvSpPr/>
          <p:nvPr/>
        </p:nvSpPr>
        <p:spPr bwMode="auto">
          <a:xfrm>
            <a:off x="973051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29AD004-634C-41E9-9CB4-9C61759694DF}"/>
              </a:ext>
            </a:extLst>
          </p:cNvPr>
          <p:cNvSpPr/>
          <p:nvPr/>
        </p:nvSpPr>
        <p:spPr bwMode="auto">
          <a:xfrm>
            <a:off x="7523377" y="2865286"/>
            <a:ext cx="647572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</p:spTree>
    <p:extLst>
      <p:ext uri="{BB962C8B-B14F-4D97-AF65-F5344CB8AC3E}">
        <p14:creationId xmlns:p14="http://schemas.microsoft.com/office/powerpoint/2010/main" val="44142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945604" y="281479"/>
            <a:ext cx="558450" cy="648073"/>
          </a:xfrm>
          <a:prstGeom prst="rect">
            <a:avLst/>
          </a:prstGeom>
        </p:spPr>
      </p:pic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9F658EBA-CCCA-4E69-AE1D-6D3C3C547B24}"/>
              </a:ext>
            </a:extLst>
          </p:cNvPr>
          <p:cNvSpPr/>
          <p:nvPr/>
        </p:nvSpPr>
        <p:spPr bwMode="auto">
          <a:xfrm>
            <a:off x="3490523" y="3219822"/>
            <a:ext cx="647572" cy="148905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4802E32-4D43-43ED-A641-EC73432A6DEE}"/>
              </a:ext>
            </a:extLst>
          </p:cNvPr>
          <p:cNvSpPr/>
          <p:nvPr/>
        </p:nvSpPr>
        <p:spPr bwMode="auto">
          <a:xfrm>
            <a:off x="4445307" y="3219815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7C6F368-98D4-42CB-90FB-257726409CFC}"/>
              </a:ext>
            </a:extLst>
          </p:cNvPr>
          <p:cNvSpPr/>
          <p:nvPr/>
        </p:nvSpPr>
        <p:spPr bwMode="auto">
          <a:xfrm>
            <a:off x="5256076" y="321981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8F6F01D-339D-4E0E-A514-7D1DB1B4AA5A}"/>
              </a:ext>
            </a:extLst>
          </p:cNvPr>
          <p:cNvSpPr/>
          <p:nvPr/>
        </p:nvSpPr>
        <p:spPr bwMode="auto">
          <a:xfrm>
            <a:off x="6916175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5DA515A-1402-429B-BD6F-F192339A2836}"/>
              </a:ext>
            </a:extLst>
          </p:cNvPr>
          <p:cNvSpPr/>
          <p:nvPr/>
        </p:nvSpPr>
        <p:spPr bwMode="auto">
          <a:xfrm>
            <a:off x="8241391" y="2865286"/>
            <a:ext cx="647572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7B3ADFB-E3FD-42D9-9C46-2B17CEFE9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21" y="3219822"/>
            <a:ext cx="1931617" cy="86273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59D51D08-80DC-4588-B860-3093C703A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248" y="3219822"/>
            <a:ext cx="2177988" cy="1711276"/>
          </a:xfrm>
          <a:prstGeom prst="rect">
            <a:avLst/>
          </a:prstGeom>
          <a:ln>
            <a:solidFill>
              <a:srgbClr val="404040"/>
            </a:solidFill>
          </a:ln>
        </p:spPr>
      </p:pic>
      <p:sp>
        <p:nvSpPr>
          <p:cNvPr id="18" name="TextBox 7">
            <a:extLst>
              <a:ext uri="{FF2B5EF4-FFF2-40B4-BE49-F238E27FC236}">
                <a16:creationId xmlns:a16="http://schemas.microsoft.com/office/drawing/2014/main" id="{B1A91E42-C7C3-4E76-B094-E6CF12D193C2}"/>
              </a:ext>
            </a:extLst>
          </p:cNvPr>
          <p:cNvSpPr txBox="1"/>
          <p:nvPr/>
        </p:nvSpPr>
        <p:spPr>
          <a:xfrm>
            <a:off x="0" y="2461405"/>
            <a:ext cx="2448272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内容绑定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事件绑定</a:t>
            </a: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F99CB28C-E753-4DD7-974B-310E5339982C}"/>
              </a:ext>
            </a:extLst>
          </p:cNvPr>
          <p:cNvSpPr txBox="1"/>
          <p:nvPr/>
        </p:nvSpPr>
        <p:spPr>
          <a:xfrm>
            <a:off x="3472949" y="3434413"/>
            <a:ext cx="2448272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显示切换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属性绑定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16B636E1-1068-42D4-A4F1-A8D240FC3D26}"/>
              </a:ext>
            </a:extLst>
          </p:cNvPr>
          <p:cNvSpPr txBox="1"/>
          <p:nvPr/>
        </p:nvSpPr>
        <p:spPr>
          <a:xfrm>
            <a:off x="6669106" y="2461404"/>
            <a:ext cx="2448272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列表循环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表单元素绑定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1627304" y="2865286"/>
            <a:ext cx="712114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973051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7A8880D-F267-4C82-AD31-A1EDB2B4CF7D}"/>
              </a:ext>
            </a:extLst>
          </p:cNvPr>
          <p:cNvSpPr/>
          <p:nvPr/>
        </p:nvSpPr>
        <p:spPr bwMode="auto">
          <a:xfrm>
            <a:off x="7523377" y="2865286"/>
            <a:ext cx="647572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F01B7A41-5C89-4BB3-B7C1-EB9144CD48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089" y="1020086"/>
            <a:ext cx="2627415" cy="198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230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7396644-F80C-4C05-9169-6AD712D2421F}"/>
              </a:ext>
            </a:extLst>
          </p:cNvPr>
          <p:cNvGrpSpPr>
            <a:grpSpLocks/>
          </p:cNvGrpSpPr>
          <p:nvPr/>
        </p:nvGrpSpPr>
        <p:grpSpPr bwMode="auto">
          <a:xfrm>
            <a:off x="611560" y="2139702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1E0434A-65BF-49DE-A4B2-78DDCD282981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30AD24A7-651A-44B7-ACEA-CEE746BEB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C696A6DF-88D8-4F67-81AE-A1FCA06DC086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B0CB0E81-3B4E-4786-9A56-724A6459B4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1161628" y="1649631"/>
            <a:ext cx="558450" cy="648073"/>
          </a:xfrm>
          <a:prstGeom prst="rect">
            <a:avLst/>
          </a:prstGeom>
        </p:spPr>
      </p:pic>
      <p:sp>
        <p:nvSpPr>
          <p:cNvPr id="17" name="TextBox 7">
            <a:extLst>
              <a:ext uri="{FF2B5EF4-FFF2-40B4-BE49-F238E27FC236}">
                <a16:creationId xmlns:a16="http://schemas.microsoft.com/office/drawing/2014/main" id="{103D6B01-81C4-4C1D-B150-D1A56C5D5778}"/>
              </a:ext>
            </a:extLst>
          </p:cNvPr>
          <p:cNvSpPr txBox="1"/>
          <p:nvPr/>
        </p:nvSpPr>
        <p:spPr>
          <a:xfrm>
            <a:off x="3384550" y="2242625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 学习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以案例巩固知识点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E0CC975C-5742-4F14-A460-2A9555EA9420}"/>
              </a:ext>
            </a:extLst>
          </p:cNvPr>
          <p:cNvSpPr txBox="1"/>
          <p:nvPr/>
        </p:nvSpPr>
        <p:spPr>
          <a:xfrm>
            <a:off x="3384550" y="2645748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指的是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以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开头的一组特殊语法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724E56C6-31E4-4584-A712-929432140F6B}"/>
              </a:ext>
            </a:extLst>
          </p:cNvPr>
          <p:cNvSpPr txBox="1"/>
          <p:nvPr/>
        </p:nvSpPr>
        <p:spPr>
          <a:xfrm>
            <a:off x="3384550" y="1839502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 通过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实现常见的网页效果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5130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945604" y="281479"/>
            <a:ext cx="558450" cy="648073"/>
          </a:xfrm>
          <a:prstGeom prst="rect">
            <a:avLst/>
          </a:prstGeom>
        </p:spPr>
      </p:pic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9F658EBA-CCCA-4E69-AE1D-6D3C3C547B24}"/>
              </a:ext>
            </a:extLst>
          </p:cNvPr>
          <p:cNvSpPr/>
          <p:nvPr/>
        </p:nvSpPr>
        <p:spPr bwMode="auto">
          <a:xfrm>
            <a:off x="3490523" y="3219822"/>
            <a:ext cx="647572" cy="148905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4802E32-4D43-43ED-A641-EC73432A6DEE}"/>
              </a:ext>
            </a:extLst>
          </p:cNvPr>
          <p:cNvSpPr/>
          <p:nvPr/>
        </p:nvSpPr>
        <p:spPr bwMode="auto">
          <a:xfrm>
            <a:off x="4445307" y="3219815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7C6F368-98D4-42CB-90FB-257726409CFC}"/>
              </a:ext>
            </a:extLst>
          </p:cNvPr>
          <p:cNvSpPr/>
          <p:nvPr/>
        </p:nvSpPr>
        <p:spPr bwMode="auto">
          <a:xfrm>
            <a:off x="5256076" y="321981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8F6F01D-339D-4E0E-A514-7D1DB1B4AA5A}"/>
              </a:ext>
            </a:extLst>
          </p:cNvPr>
          <p:cNvSpPr/>
          <p:nvPr/>
        </p:nvSpPr>
        <p:spPr bwMode="auto">
          <a:xfrm>
            <a:off x="6916175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5DA515A-1402-429B-BD6F-F192339A2836}"/>
              </a:ext>
            </a:extLst>
          </p:cNvPr>
          <p:cNvSpPr/>
          <p:nvPr/>
        </p:nvSpPr>
        <p:spPr bwMode="auto">
          <a:xfrm>
            <a:off x="8241391" y="2865286"/>
            <a:ext cx="647572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7B3ADFB-E3FD-42D9-9C46-2B17CEFE9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21" y="3219822"/>
            <a:ext cx="1931617" cy="86273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C5789B6-FDC0-4954-8EAF-83DEDB668B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089" y="1032049"/>
            <a:ext cx="2627415" cy="198214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59D51D08-80DC-4588-B860-3093C703AC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248" y="3219822"/>
            <a:ext cx="2177988" cy="1711276"/>
          </a:xfrm>
          <a:prstGeom prst="rect">
            <a:avLst/>
          </a:prstGeom>
          <a:ln>
            <a:solidFill>
              <a:srgbClr val="404040"/>
            </a:solidFill>
          </a:ln>
        </p:spPr>
      </p:pic>
      <p:sp>
        <p:nvSpPr>
          <p:cNvPr id="18" name="TextBox 7">
            <a:extLst>
              <a:ext uri="{FF2B5EF4-FFF2-40B4-BE49-F238E27FC236}">
                <a16:creationId xmlns:a16="http://schemas.microsoft.com/office/drawing/2014/main" id="{B1A91E42-C7C3-4E76-B094-E6CF12D193C2}"/>
              </a:ext>
            </a:extLst>
          </p:cNvPr>
          <p:cNvSpPr txBox="1"/>
          <p:nvPr/>
        </p:nvSpPr>
        <p:spPr>
          <a:xfrm>
            <a:off x="0" y="2461405"/>
            <a:ext cx="2448272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内容绑定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事件绑定</a:t>
            </a: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F99CB28C-E753-4DD7-974B-310E5339982C}"/>
              </a:ext>
            </a:extLst>
          </p:cNvPr>
          <p:cNvSpPr txBox="1"/>
          <p:nvPr/>
        </p:nvSpPr>
        <p:spPr>
          <a:xfrm>
            <a:off x="3472949" y="3434413"/>
            <a:ext cx="2448272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显示切换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属性绑定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16B636E1-1068-42D4-A4F1-A8D240FC3D26}"/>
              </a:ext>
            </a:extLst>
          </p:cNvPr>
          <p:cNvSpPr txBox="1"/>
          <p:nvPr/>
        </p:nvSpPr>
        <p:spPr>
          <a:xfrm>
            <a:off x="6669106" y="2461404"/>
            <a:ext cx="2448272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列表循环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表单元素绑定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1627304" y="2865286"/>
            <a:ext cx="712114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973051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7A8880D-F267-4C82-AD31-A1EDB2B4CF7D}"/>
              </a:ext>
            </a:extLst>
          </p:cNvPr>
          <p:cNvSpPr/>
          <p:nvPr/>
        </p:nvSpPr>
        <p:spPr bwMode="auto">
          <a:xfrm>
            <a:off x="7523377" y="2865286"/>
            <a:ext cx="647572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</p:spTree>
    <p:extLst>
      <p:ext uri="{BB962C8B-B14F-4D97-AF65-F5344CB8AC3E}">
        <p14:creationId xmlns:p14="http://schemas.microsoft.com/office/powerpoint/2010/main" val="2012400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47B3ADFB-E3FD-42D9-9C46-2B17CEFE9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297" y="929552"/>
            <a:ext cx="4176464" cy="1865377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2644033" y="2794930"/>
            <a:ext cx="1360520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1484010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058D203-DA32-472A-9C8E-937F6FA55C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22805" y="2146856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755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3E749766-BD97-4F70-95A6-C3D8B15C5E8E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设置标签的文本值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textContent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3070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683568" y="2283718"/>
            <a:ext cx="3528392" cy="64633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E4BE0CA-894C-4636-90D3-2A1AE821D844}"/>
              </a:ext>
            </a:extLst>
          </p:cNvPr>
          <p:cNvSpPr/>
          <p:nvPr/>
        </p:nvSpPr>
        <p:spPr>
          <a:xfrm>
            <a:off x="4572000" y="2283718"/>
            <a:ext cx="3456384" cy="147732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97C213CF-EB48-411A-8542-5BEB1361688E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设置标签的文本值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textContent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91653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683568" y="2283718"/>
            <a:ext cx="3528392" cy="92333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&lt;h2&gt;&lt;/h2&gt;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C8E74C-BBFE-4287-87B7-67B5ED9058CB}"/>
              </a:ext>
            </a:extLst>
          </p:cNvPr>
          <p:cNvSpPr/>
          <p:nvPr/>
        </p:nvSpPr>
        <p:spPr>
          <a:xfrm>
            <a:off x="4572000" y="2283718"/>
            <a:ext cx="3456384" cy="147732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60D150E-CB4B-4261-8867-E700DC573502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设置标签的文本值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textContent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187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683568" y="2283718"/>
            <a:ext cx="3528392" cy="92333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&lt;h2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v-text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&gt;&lt;/h2&gt;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B42296-98DA-4DCF-AD41-07B419FD0187}"/>
              </a:ext>
            </a:extLst>
          </p:cNvPr>
          <p:cNvSpPr/>
          <p:nvPr/>
        </p:nvSpPr>
        <p:spPr>
          <a:xfrm>
            <a:off x="4572000" y="2283718"/>
            <a:ext cx="3456384" cy="147732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593C5EC0-59F4-417C-8189-E1A69A1AE068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设置标签的文本值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textContent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1833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683568" y="2283718"/>
            <a:ext cx="3528392" cy="92333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&lt;h2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v-text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"message"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&gt;&lt;/h2&gt;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B42296-98DA-4DCF-AD41-07B419FD0187}"/>
              </a:ext>
            </a:extLst>
          </p:cNvPr>
          <p:cNvSpPr/>
          <p:nvPr/>
        </p:nvSpPr>
        <p:spPr>
          <a:xfrm>
            <a:off x="4572000" y="2283718"/>
            <a:ext cx="3456384" cy="147732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593C5EC0-59F4-417C-8189-E1A69A1AE068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设置标签的文本值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textContent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6252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54D9F43-5319-49DF-B2C0-F43458970B93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    message: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黑马程序员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683568" y="2283718"/>
            <a:ext cx="3528392" cy="92333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&lt;h2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v-text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"message"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&gt;&lt;/h2&gt;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B16DA163-12E0-4345-BFF1-AA2E73DFAB36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设置标签的文本值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textContent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6854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54D9F43-5319-49DF-B2C0-F43458970B93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    message: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黑马程序员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683568" y="2283718"/>
            <a:ext cx="3528392" cy="1200329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&lt;h2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v-text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"message"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&gt;&lt;/h2&gt;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&lt;h2&gt;</a:t>
            </a:r>
            <a:r>
              <a:rPr lang="zh-CN" altLang="pt-BR" dirty="0">
                <a:solidFill>
                  <a:srgbClr val="6C7680"/>
                </a:solidFill>
                <a:latin typeface="Menlo"/>
              </a:rPr>
              <a:t>深圳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{{ message }}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&lt;/h2&gt;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E1C6AA5F-8EA4-4696-B98F-5B7752753355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设置标签的文本值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textContent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5954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54D9F43-5319-49DF-B2C0-F43458970B93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    message: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黑马程序员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683568" y="2283718"/>
            <a:ext cx="3744416" cy="1200329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&lt;h2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v-text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"message+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’!’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&gt;&lt;/h2&gt;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&lt;h2&gt;</a:t>
            </a:r>
            <a:r>
              <a:rPr lang="zh-CN" altLang="pt-BR" dirty="0">
                <a:solidFill>
                  <a:srgbClr val="6C7680"/>
                </a:solidFill>
                <a:latin typeface="Menlo"/>
              </a:rPr>
              <a:t>深圳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{{ message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 + 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!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 "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}}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&lt;/h2&gt;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E1C6AA5F-8EA4-4696-B98F-5B7752753355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设置标签的文本值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textContent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2869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0C607-6D1B-4E1A-88A6-020C0B280359}"/>
              </a:ext>
            </a:extLst>
          </p:cNvPr>
          <p:cNvSpPr txBox="1"/>
          <p:nvPr/>
        </p:nvSpPr>
        <p:spPr>
          <a:xfrm>
            <a:off x="3433925" y="1517386"/>
            <a:ext cx="4666464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srgbClr val="28384B"/>
                </a:solidFill>
                <a:latin typeface="HelveticaNeue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v-text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指令的作用是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设置标签的内容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textContent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B81A0DFD-E1E2-4E5E-81E6-3B07E1DF60E9}"/>
              </a:ext>
            </a:extLst>
          </p:cNvPr>
          <p:cNvSpPr txBox="1"/>
          <p:nvPr/>
        </p:nvSpPr>
        <p:spPr>
          <a:xfrm>
            <a:off x="3433925" y="1937836"/>
            <a:ext cx="5458552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默认写法会替换全部内容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使用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差值表达式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{{}}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可以替换指定内容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360BD8FC-0B07-4293-A23B-676226CC62AD}"/>
              </a:ext>
            </a:extLst>
          </p:cNvPr>
          <p:cNvSpPr txBox="1"/>
          <p:nvPr/>
        </p:nvSpPr>
        <p:spPr>
          <a:xfrm>
            <a:off x="3433925" y="2427734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内部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支持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写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表达式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C01BFD-A686-4D8E-A0F4-5071E661095A}"/>
              </a:ext>
            </a:extLst>
          </p:cNvPr>
          <p:cNvSpPr/>
          <p:nvPr/>
        </p:nvSpPr>
        <p:spPr bwMode="auto">
          <a:xfrm>
            <a:off x="539552" y="2357609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0953ED-223E-4889-95A8-EBB3C621D7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29545" y="1709536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779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47B3ADFB-E3FD-42D9-9C46-2B17CEFE9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297" y="929552"/>
            <a:ext cx="4176464" cy="1865377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2644033" y="2794930"/>
            <a:ext cx="1360520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1484010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058D203-DA32-472A-9C8E-937F6FA55C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22805" y="2146856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669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47B3ADFB-E3FD-42D9-9C46-2B17CEFE9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297" y="929552"/>
            <a:ext cx="4176464" cy="1865377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2644033" y="2794930"/>
            <a:ext cx="1360520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1484010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058D203-DA32-472A-9C8E-937F6FA55C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1407426" y="2146856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474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3E749766-BD97-4F70-95A6-C3D8B15C5E8E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设置标签的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innerHTML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2AEFAF7-3149-4730-B0F5-23554DF2F190}"/>
              </a:ext>
            </a:extLst>
          </p:cNvPr>
          <p:cNvGrpSpPr/>
          <p:nvPr/>
        </p:nvGrpSpPr>
        <p:grpSpPr>
          <a:xfrm>
            <a:off x="0" y="0"/>
            <a:ext cx="9144000" cy="5156438"/>
            <a:chOff x="0" y="0"/>
            <a:chExt cx="9144000" cy="515643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7F6C2B2-9B82-4EB9-BF59-3A5872F7EFEB}"/>
                </a:ext>
              </a:extLst>
            </p:cNvPr>
            <p:cNvSpPr/>
            <p:nvPr/>
          </p:nvSpPr>
          <p:spPr>
            <a:xfrm>
              <a:off x="0" y="0"/>
              <a:ext cx="9144000" cy="5156438"/>
            </a:xfrm>
            <a:prstGeom prst="rect">
              <a:avLst/>
            </a:prstGeom>
            <a:solidFill>
              <a:schemeClr val="tx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标题占位符 1">
              <a:extLst>
                <a:ext uri="{FF2B5EF4-FFF2-40B4-BE49-F238E27FC236}">
                  <a16:creationId xmlns:a16="http://schemas.microsoft.com/office/drawing/2014/main" id="{37BCBAA1-ED6D-4763-8412-906572E408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0393" y="1959844"/>
              <a:ext cx="5383213" cy="809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lvl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v-text  v-html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064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683568" y="2283718"/>
            <a:ext cx="3024336" cy="64633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311CA6-60B6-43D8-ACE0-707FE7A6B25B}"/>
              </a:ext>
            </a:extLst>
          </p:cNvPr>
          <p:cNvSpPr/>
          <p:nvPr/>
        </p:nvSpPr>
        <p:spPr>
          <a:xfrm>
            <a:off x="4283968" y="2283718"/>
            <a:ext cx="4716016" cy="147732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11" name="TextBox 35">
            <a:extLst>
              <a:ext uri="{FF2B5EF4-FFF2-40B4-BE49-F238E27FC236}">
                <a16:creationId xmlns:a16="http://schemas.microsoft.com/office/drawing/2014/main" id="{85052BA6-9B89-4DAE-8F90-C04AB31C2712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设置标签的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innerHTML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4529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683568" y="2283718"/>
            <a:ext cx="3024336" cy="92333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dirty="0">
                <a:solidFill>
                  <a:srgbClr val="55B4D4"/>
                </a:solidFill>
                <a:latin typeface="Menlo"/>
              </a:rPr>
              <a:t>p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&gt;&lt;/p&gt;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111E60-7A47-4D17-83F9-1AD2A74ADF81}"/>
              </a:ext>
            </a:extLst>
          </p:cNvPr>
          <p:cNvSpPr/>
          <p:nvPr/>
        </p:nvSpPr>
        <p:spPr>
          <a:xfrm>
            <a:off x="4283968" y="2283718"/>
            <a:ext cx="4716016" cy="147732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9869A086-13D3-4CFE-83AA-0B97E1AE3A73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设置标签的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innerHTML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3800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683568" y="2283718"/>
            <a:ext cx="3024336" cy="92333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&lt;p&gt;&lt;/</a:t>
            </a:r>
            <a:r>
              <a:rPr lang="en-US" altLang="zh-CN" dirty="0">
                <a:solidFill>
                  <a:srgbClr val="55B4D4"/>
                </a:solidFill>
                <a:latin typeface="Menlo"/>
              </a:rPr>
              <a:t>p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491E6D-6786-47BB-816F-D0E2A4FAA373}"/>
              </a:ext>
            </a:extLst>
          </p:cNvPr>
          <p:cNvSpPr/>
          <p:nvPr/>
        </p:nvSpPr>
        <p:spPr>
          <a:xfrm>
            <a:off x="4283968" y="2283718"/>
            <a:ext cx="4716016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    content: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黑马程序员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endParaRPr lang="en-US" altLang="zh-CN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D9DA8B09-81AB-42A8-BA8E-985ED8975EBA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设置标签的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innerHTML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6531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D5A3FDA-513F-4328-8399-5C371193BC77}"/>
              </a:ext>
            </a:extLst>
          </p:cNvPr>
          <p:cNvSpPr/>
          <p:nvPr/>
        </p:nvSpPr>
        <p:spPr>
          <a:xfrm>
            <a:off x="683568" y="2283718"/>
            <a:ext cx="3024336" cy="92333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&lt;p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v-html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“content"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&gt;&lt;/p&gt;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24D3457-FCAA-4256-9AAE-BECC7BC1CDB7}"/>
              </a:ext>
            </a:extLst>
          </p:cNvPr>
          <p:cNvSpPr/>
          <p:nvPr/>
        </p:nvSpPr>
        <p:spPr>
          <a:xfrm>
            <a:off x="4283968" y="2283718"/>
            <a:ext cx="4716016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    content: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黑马程序员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endParaRPr lang="en-US" altLang="zh-CN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11" name="TextBox 35">
            <a:extLst>
              <a:ext uri="{FF2B5EF4-FFF2-40B4-BE49-F238E27FC236}">
                <a16:creationId xmlns:a16="http://schemas.microsoft.com/office/drawing/2014/main" id="{9E41C29D-164B-467B-A2B9-50FDEAA956CB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设置标签的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innerHTML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7442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683568" y="2283718"/>
            <a:ext cx="3024336" cy="92333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&lt;p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dirty="0">
                <a:solidFill>
                  <a:srgbClr val="F2AE49"/>
                </a:solidFill>
                <a:latin typeface="Menlo"/>
              </a:rPr>
              <a:t>v-html</a:t>
            </a:r>
            <a:r>
              <a:rPr lang="pt-BR" altLang="zh-CN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dirty="0">
                <a:solidFill>
                  <a:srgbClr val="86B300"/>
                </a:solidFill>
                <a:latin typeface="Menlo"/>
              </a:rPr>
              <a:t>“content"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&gt;&lt;/p&gt;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B42296-98DA-4DCF-AD41-07B419FD0187}"/>
              </a:ext>
            </a:extLst>
          </p:cNvPr>
          <p:cNvSpPr/>
          <p:nvPr/>
        </p:nvSpPr>
        <p:spPr>
          <a:xfrm>
            <a:off x="4283968" y="2283718"/>
            <a:ext cx="4716016" cy="2031325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    </a:t>
            </a:r>
            <a:r>
              <a:rPr lang="en-US" altLang="zh-CN" i="1" dirty="0">
                <a:solidFill>
                  <a:srgbClr val="ABB0B6"/>
                </a:solidFill>
                <a:latin typeface="Menlo"/>
              </a:rPr>
              <a:t>// content:"</a:t>
            </a:r>
            <a:r>
              <a:rPr lang="zh-CN" altLang="en-US" i="1" dirty="0">
                <a:solidFill>
                  <a:srgbClr val="ABB0B6"/>
                </a:solidFill>
                <a:latin typeface="Menlo"/>
              </a:rPr>
              <a:t>黑马程序员</a:t>
            </a:r>
            <a:r>
              <a:rPr lang="en-US" altLang="zh-CN" i="1" dirty="0">
                <a:solidFill>
                  <a:srgbClr val="ABB0B6"/>
                </a:solidFill>
                <a:latin typeface="Menlo"/>
              </a:rPr>
              <a:t>"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content: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"&lt;a </a:t>
            </a:r>
            <a:r>
              <a:rPr lang="en-US" altLang="zh-CN" dirty="0" err="1">
                <a:solidFill>
                  <a:srgbClr val="86B300"/>
                </a:solidFill>
                <a:latin typeface="Menlo"/>
              </a:rPr>
              <a:t>href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='#'&gt;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黑马程序员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&lt;/a&gt;"</a:t>
            </a:r>
            <a:endParaRPr lang="en-US" altLang="zh-CN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65C0FDED-EC71-438D-B0FB-5DCB7BC6A7D6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设置标签的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innerHTML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5532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0C607-6D1B-4E1A-88A6-020C0B280359}"/>
              </a:ext>
            </a:extLst>
          </p:cNvPr>
          <p:cNvSpPr txBox="1"/>
          <p:nvPr/>
        </p:nvSpPr>
        <p:spPr>
          <a:xfrm>
            <a:off x="3433925" y="1517386"/>
            <a:ext cx="4319587" cy="45589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srgbClr val="28384B"/>
                </a:solidFill>
                <a:latin typeface="HelveticaNeue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v-html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指令的作用是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设置元素的</a:t>
            </a:r>
            <a:r>
              <a:rPr lang="en-US" altLang="zh-CN" sz="1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innerHTML</a:t>
            </a:r>
            <a:endParaRPr lang="en-US" altLang="zh-CN" sz="1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B81A0DFD-E1E2-4E5E-81E6-3B07E1DF60E9}"/>
              </a:ext>
            </a:extLst>
          </p:cNvPr>
          <p:cNvSpPr txBox="1"/>
          <p:nvPr/>
        </p:nvSpPr>
        <p:spPr>
          <a:xfrm>
            <a:off x="3433925" y="1937836"/>
            <a:ext cx="5458552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内容中有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html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结构会被解析为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标签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360BD8FC-0B07-4293-A23B-676226CC62AD}"/>
              </a:ext>
            </a:extLst>
          </p:cNvPr>
          <p:cNvSpPr txBox="1"/>
          <p:nvPr/>
        </p:nvSpPr>
        <p:spPr>
          <a:xfrm>
            <a:off x="3433925" y="2427734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v-text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指令无论内容是什么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,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只会解析为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文本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C01BFD-A686-4D8E-A0F4-5071E661095A}"/>
              </a:ext>
            </a:extLst>
          </p:cNvPr>
          <p:cNvSpPr/>
          <p:nvPr/>
        </p:nvSpPr>
        <p:spPr bwMode="auto">
          <a:xfrm>
            <a:off x="539552" y="2357609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0953ED-223E-4889-95A8-EBB3C621D7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29545" y="1709536"/>
            <a:ext cx="558450" cy="648073"/>
          </a:xfrm>
          <a:prstGeom prst="rect">
            <a:avLst/>
          </a:prstGeo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AD2BA062-F0D3-4BE3-A343-94BC97D5D658}"/>
              </a:ext>
            </a:extLst>
          </p:cNvPr>
          <p:cNvSpPr txBox="1"/>
          <p:nvPr/>
        </p:nvSpPr>
        <p:spPr>
          <a:xfrm>
            <a:off x="3433924" y="2900728"/>
            <a:ext cx="524252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解析文本使用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v-text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需要解析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html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结构使用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v-html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9143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  <p:bldP spid="10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47B3ADFB-E3FD-42D9-9C46-2B17CEFE9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297" y="929552"/>
            <a:ext cx="4176464" cy="1865377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2644033" y="2794930"/>
            <a:ext cx="1360520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1484010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058D203-DA32-472A-9C8E-937F6FA55C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1407426" y="2146856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914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47B3ADFB-E3FD-42D9-9C46-2B17CEFE9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297" y="929552"/>
            <a:ext cx="4176464" cy="1865377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2644033" y="2794930"/>
            <a:ext cx="1360520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1484010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058D203-DA32-472A-9C8E-937F6FA55C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2555850" y="2146856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870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3E749766-BD97-4F70-95A6-C3D8B15C5E8E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为元素绑定事件</a:t>
            </a:r>
          </a:p>
        </p:txBody>
      </p:sp>
    </p:spTree>
    <p:extLst>
      <p:ext uri="{BB962C8B-B14F-4D97-AF65-F5344CB8AC3E}">
        <p14:creationId xmlns:p14="http://schemas.microsoft.com/office/powerpoint/2010/main" val="578897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323528" y="2268557"/>
            <a:ext cx="4392488" cy="461665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zh-CN" altLang="en-US" sz="1200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311CA6-60B6-43D8-ACE0-707FE7A6B25B}"/>
              </a:ext>
            </a:extLst>
          </p:cNvPr>
          <p:cNvSpPr/>
          <p:nvPr/>
        </p:nvSpPr>
        <p:spPr>
          <a:xfrm>
            <a:off x="5148064" y="2268557"/>
            <a:ext cx="2304256" cy="64633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A415C5-5A8E-4A00-A701-3C487ED76FAA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11" name="TextBox 35">
            <a:extLst>
              <a:ext uri="{FF2B5EF4-FFF2-40B4-BE49-F238E27FC236}">
                <a16:creationId xmlns:a16="http://schemas.microsoft.com/office/drawing/2014/main" id="{24992899-A7CA-476D-B0E4-8B3E57692F68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为元素绑定事件</a:t>
            </a:r>
          </a:p>
        </p:txBody>
      </p:sp>
    </p:spTree>
    <p:extLst>
      <p:ext uri="{BB962C8B-B14F-4D97-AF65-F5344CB8AC3E}">
        <p14:creationId xmlns:p14="http://schemas.microsoft.com/office/powerpoint/2010/main" val="24820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323528" y="2268557"/>
            <a:ext cx="4392488" cy="64633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value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事件绑定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zh-CN" altLang="en-US" sz="1200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311CA6-60B6-43D8-ACE0-707FE7A6B25B}"/>
              </a:ext>
            </a:extLst>
          </p:cNvPr>
          <p:cNvSpPr/>
          <p:nvPr/>
        </p:nvSpPr>
        <p:spPr>
          <a:xfrm>
            <a:off x="5148064" y="2268557"/>
            <a:ext cx="2304256" cy="64633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A415C5-5A8E-4A00-A701-3C487ED76FAA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11" name="TextBox 35">
            <a:extLst>
              <a:ext uri="{FF2B5EF4-FFF2-40B4-BE49-F238E27FC236}">
                <a16:creationId xmlns:a16="http://schemas.microsoft.com/office/drawing/2014/main" id="{24992899-A7CA-476D-B0E4-8B3E57692F68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为元素绑定事件</a:t>
            </a:r>
          </a:p>
        </p:txBody>
      </p:sp>
    </p:spTree>
    <p:extLst>
      <p:ext uri="{BB962C8B-B14F-4D97-AF65-F5344CB8AC3E}">
        <p14:creationId xmlns:p14="http://schemas.microsoft.com/office/powerpoint/2010/main" val="4078549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323528" y="2268557"/>
            <a:ext cx="4392488" cy="64633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value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事件绑定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v-on:</a:t>
            </a:r>
            <a:r>
              <a:rPr lang="zh-CN" altLang="en-US" sz="1200" dirty="0">
                <a:solidFill>
                  <a:srgbClr val="F2AE49"/>
                </a:solidFill>
                <a:latin typeface="Menlo"/>
              </a:rPr>
              <a:t>事件名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方法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zh-CN" altLang="en-US" sz="1200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311CA6-60B6-43D8-ACE0-707FE7A6B25B}"/>
              </a:ext>
            </a:extLst>
          </p:cNvPr>
          <p:cNvSpPr/>
          <p:nvPr/>
        </p:nvSpPr>
        <p:spPr>
          <a:xfrm>
            <a:off x="5148064" y="2268557"/>
            <a:ext cx="2304256" cy="64633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A415C5-5A8E-4A00-A701-3C487ED76FAA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11" name="TextBox 35">
            <a:extLst>
              <a:ext uri="{FF2B5EF4-FFF2-40B4-BE49-F238E27FC236}">
                <a16:creationId xmlns:a16="http://schemas.microsoft.com/office/drawing/2014/main" id="{24992899-A7CA-476D-B0E4-8B3E57692F68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为元素绑定事件</a:t>
            </a:r>
          </a:p>
        </p:txBody>
      </p:sp>
    </p:spTree>
    <p:extLst>
      <p:ext uri="{BB962C8B-B14F-4D97-AF65-F5344CB8AC3E}">
        <p14:creationId xmlns:p14="http://schemas.microsoft.com/office/powerpoint/2010/main" val="3632944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323528" y="2268557"/>
            <a:ext cx="4392488" cy="64633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value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事件绑定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v-on:click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方法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zh-CN" altLang="en-US" sz="1200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311CA6-60B6-43D8-ACE0-707FE7A6B25B}"/>
              </a:ext>
            </a:extLst>
          </p:cNvPr>
          <p:cNvSpPr/>
          <p:nvPr/>
        </p:nvSpPr>
        <p:spPr>
          <a:xfrm>
            <a:off x="5148064" y="2268557"/>
            <a:ext cx="2304256" cy="64633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A415C5-5A8E-4A00-A701-3C487ED76FAA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11" name="TextBox 35">
            <a:extLst>
              <a:ext uri="{FF2B5EF4-FFF2-40B4-BE49-F238E27FC236}">
                <a16:creationId xmlns:a16="http://schemas.microsoft.com/office/drawing/2014/main" id="{24992899-A7CA-476D-B0E4-8B3E57692F68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为元素绑定事件</a:t>
            </a:r>
          </a:p>
        </p:txBody>
      </p:sp>
    </p:spTree>
    <p:extLst>
      <p:ext uri="{BB962C8B-B14F-4D97-AF65-F5344CB8AC3E}">
        <p14:creationId xmlns:p14="http://schemas.microsoft.com/office/powerpoint/2010/main" val="1049998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323528" y="2268557"/>
            <a:ext cx="4608512" cy="830997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value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事件绑定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v-on:click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方法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value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事件绑定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v-on:monseenter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方法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zh-CN" altLang="en-US" sz="1200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311CA6-60B6-43D8-ACE0-707FE7A6B25B}"/>
              </a:ext>
            </a:extLst>
          </p:cNvPr>
          <p:cNvSpPr/>
          <p:nvPr/>
        </p:nvSpPr>
        <p:spPr>
          <a:xfrm>
            <a:off x="5148064" y="2268557"/>
            <a:ext cx="2304256" cy="64633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A415C5-5A8E-4A00-A701-3C487ED76FAA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11" name="TextBox 35">
            <a:extLst>
              <a:ext uri="{FF2B5EF4-FFF2-40B4-BE49-F238E27FC236}">
                <a16:creationId xmlns:a16="http://schemas.microsoft.com/office/drawing/2014/main" id="{24992899-A7CA-476D-B0E4-8B3E57692F68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为元素绑定事件</a:t>
            </a:r>
          </a:p>
        </p:txBody>
      </p:sp>
    </p:spTree>
    <p:extLst>
      <p:ext uri="{BB962C8B-B14F-4D97-AF65-F5344CB8AC3E}">
        <p14:creationId xmlns:p14="http://schemas.microsoft.com/office/powerpoint/2010/main" val="899949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323528" y="2268557"/>
            <a:ext cx="4608512" cy="1015663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value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事件绑定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v-on:click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方法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value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事件绑定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v-on:monseenter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方法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value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事件绑定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v-on:dblclick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方法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zh-CN" altLang="en-US" sz="1200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311CA6-60B6-43D8-ACE0-707FE7A6B25B}"/>
              </a:ext>
            </a:extLst>
          </p:cNvPr>
          <p:cNvSpPr/>
          <p:nvPr/>
        </p:nvSpPr>
        <p:spPr>
          <a:xfrm>
            <a:off x="5148064" y="2268557"/>
            <a:ext cx="2304256" cy="64633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A415C5-5A8E-4A00-A701-3C487ED76FAA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11" name="TextBox 35">
            <a:extLst>
              <a:ext uri="{FF2B5EF4-FFF2-40B4-BE49-F238E27FC236}">
                <a16:creationId xmlns:a16="http://schemas.microsoft.com/office/drawing/2014/main" id="{24992899-A7CA-476D-B0E4-8B3E57692F68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为元素绑定事件</a:t>
            </a:r>
          </a:p>
        </p:txBody>
      </p:sp>
    </p:spTree>
    <p:extLst>
      <p:ext uri="{BB962C8B-B14F-4D97-AF65-F5344CB8AC3E}">
        <p14:creationId xmlns:p14="http://schemas.microsoft.com/office/powerpoint/2010/main" val="1032291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323528" y="2268557"/>
            <a:ext cx="4608512" cy="1015663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value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事件绑定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v-on:click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方法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value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事件绑定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v-on:monseenter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方法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value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事件绑定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v-on:dblclick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方法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zh-CN" altLang="en-US" sz="1200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311CA6-60B6-43D8-ACE0-707FE7A6B25B}"/>
              </a:ext>
            </a:extLst>
          </p:cNvPr>
          <p:cNvSpPr/>
          <p:nvPr/>
        </p:nvSpPr>
        <p:spPr>
          <a:xfrm>
            <a:off x="5148064" y="2268557"/>
            <a:ext cx="2304256" cy="1015663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methods:{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A415C5-5A8E-4A00-A701-3C487ED76FAA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11" name="TextBox 35">
            <a:extLst>
              <a:ext uri="{FF2B5EF4-FFF2-40B4-BE49-F238E27FC236}">
                <a16:creationId xmlns:a16="http://schemas.microsoft.com/office/drawing/2014/main" id="{24992899-A7CA-476D-B0E4-8B3E57692F68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为元素绑定事件</a:t>
            </a:r>
          </a:p>
        </p:txBody>
      </p:sp>
    </p:spTree>
    <p:extLst>
      <p:ext uri="{BB962C8B-B14F-4D97-AF65-F5344CB8AC3E}">
        <p14:creationId xmlns:p14="http://schemas.microsoft.com/office/powerpoint/2010/main" val="2819305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323528" y="2268557"/>
            <a:ext cx="4608512" cy="1015663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value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事件绑定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v-on:click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方法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value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事件绑定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v-on:monseenter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方法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value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事件绑定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v-on:dblclick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方法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zh-CN" altLang="en-US" sz="1200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311CA6-60B6-43D8-ACE0-707FE7A6B25B}"/>
              </a:ext>
            </a:extLst>
          </p:cNvPr>
          <p:cNvSpPr/>
          <p:nvPr/>
        </p:nvSpPr>
        <p:spPr>
          <a:xfrm>
            <a:off x="5148064" y="2268557"/>
            <a:ext cx="2304256" cy="156966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methods:{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  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doIt</a:t>
            </a:r>
            <a:r>
              <a:rPr lang="en-US" altLang="zh-CN" sz="1200" dirty="0" err="1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sz="1200" dirty="0" err="1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(){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    </a:t>
            </a:r>
            <a:r>
              <a:rPr lang="en-US" altLang="zh-CN" sz="1200" i="1" dirty="0">
                <a:solidFill>
                  <a:srgbClr val="ABB0B6"/>
                </a:solidFill>
                <a:latin typeface="Menlo"/>
              </a:rPr>
              <a:t>// </a:t>
            </a:r>
            <a:r>
              <a:rPr lang="zh-CN" altLang="en-US" sz="1200" i="1" dirty="0">
                <a:solidFill>
                  <a:srgbClr val="ABB0B6"/>
                </a:solidFill>
                <a:latin typeface="Menlo"/>
              </a:rPr>
              <a:t>逻辑</a:t>
            </a:r>
            <a:endParaRPr lang="zh-CN" altLang="en-US" sz="1200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             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A415C5-5A8E-4A00-A701-3C487ED76FAA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11" name="TextBox 35">
            <a:extLst>
              <a:ext uri="{FF2B5EF4-FFF2-40B4-BE49-F238E27FC236}">
                <a16:creationId xmlns:a16="http://schemas.microsoft.com/office/drawing/2014/main" id="{24992899-A7CA-476D-B0E4-8B3E57692F68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为元素绑定事件</a:t>
            </a:r>
          </a:p>
        </p:txBody>
      </p:sp>
    </p:spTree>
    <p:extLst>
      <p:ext uri="{BB962C8B-B14F-4D97-AF65-F5344CB8AC3E}">
        <p14:creationId xmlns:p14="http://schemas.microsoft.com/office/powerpoint/2010/main" val="2816094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323528" y="2268557"/>
            <a:ext cx="4608512" cy="1015663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value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事件绑定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v-on:click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“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doIt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value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事件绑定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v-on:monseenter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“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doIt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value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事件绑定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v-on:dblclick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“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doIt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zh-CN" altLang="en-US" sz="1200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311CA6-60B6-43D8-ACE0-707FE7A6B25B}"/>
              </a:ext>
            </a:extLst>
          </p:cNvPr>
          <p:cNvSpPr/>
          <p:nvPr/>
        </p:nvSpPr>
        <p:spPr>
          <a:xfrm>
            <a:off x="5148064" y="2268557"/>
            <a:ext cx="2304256" cy="156966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methods:{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  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doIt</a:t>
            </a:r>
            <a:r>
              <a:rPr lang="en-US" altLang="zh-CN" sz="1200" dirty="0" err="1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sz="1200" dirty="0" err="1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(){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    </a:t>
            </a:r>
            <a:r>
              <a:rPr lang="en-US" altLang="zh-CN" sz="1200" i="1" dirty="0">
                <a:solidFill>
                  <a:srgbClr val="ABB0B6"/>
                </a:solidFill>
                <a:latin typeface="Menlo"/>
              </a:rPr>
              <a:t>// </a:t>
            </a:r>
            <a:r>
              <a:rPr lang="zh-CN" altLang="en-US" sz="1200" i="1" dirty="0">
                <a:solidFill>
                  <a:srgbClr val="ABB0B6"/>
                </a:solidFill>
                <a:latin typeface="Menlo"/>
              </a:rPr>
              <a:t>逻辑</a:t>
            </a:r>
            <a:endParaRPr lang="zh-CN" altLang="en-US" sz="1200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             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A415C5-5A8E-4A00-A701-3C487ED76FAA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11" name="TextBox 35">
            <a:extLst>
              <a:ext uri="{FF2B5EF4-FFF2-40B4-BE49-F238E27FC236}">
                <a16:creationId xmlns:a16="http://schemas.microsoft.com/office/drawing/2014/main" id="{24992899-A7CA-476D-B0E4-8B3E57692F68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为元素绑定事件</a:t>
            </a:r>
          </a:p>
        </p:txBody>
      </p:sp>
    </p:spTree>
    <p:extLst>
      <p:ext uri="{BB962C8B-B14F-4D97-AF65-F5344CB8AC3E}">
        <p14:creationId xmlns:p14="http://schemas.microsoft.com/office/powerpoint/2010/main" val="1922617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323528" y="2268557"/>
            <a:ext cx="4608512" cy="1200329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value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事件绑定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v-on:click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“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doIt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value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事件绑定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v-on:monseenter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“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doIt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value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事件绑定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v-on:dblclick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“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doIt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zh-CN" altLang="en-US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value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事件绑定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dblclick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“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doIt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311CA6-60B6-43D8-ACE0-707FE7A6B25B}"/>
              </a:ext>
            </a:extLst>
          </p:cNvPr>
          <p:cNvSpPr/>
          <p:nvPr/>
        </p:nvSpPr>
        <p:spPr>
          <a:xfrm>
            <a:off x="5148064" y="2268557"/>
            <a:ext cx="2304256" cy="156966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methods:{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  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doIt</a:t>
            </a:r>
            <a:r>
              <a:rPr lang="en-US" altLang="zh-CN" sz="1200" dirty="0" err="1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sz="1200" dirty="0" err="1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(){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    </a:t>
            </a:r>
            <a:r>
              <a:rPr lang="en-US" altLang="zh-CN" sz="1200" i="1" dirty="0">
                <a:solidFill>
                  <a:srgbClr val="ABB0B6"/>
                </a:solidFill>
                <a:latin typeface="Menlo"/>
              </a:rPr>
              <a:t>// </a:t>
            </a:r>
            <a:r>
              <a:rPr lang="zh-CN" altLang="en-US" sz="1200" i="1" dirty="0">
                <a:solidFill>
                  <a:srgbClr val="ABB0B6"/>
                </a:solidFill>
                <a:latin typeface="Menlo"/>
              </a:rPr>
              <a:t>逻辑</a:t>
            </a:r>
            <a:endParaRPr lang="zh-CN" altLang="en-US" sz="1200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             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A415C5-5A8E-4A00-A701-3C487ED76FAA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11" name="TextBox 35">
            <a:extLst>
              <a:ext uri="{FF2B5EF4-FFF2-40B4-BE49-F238E27FC236}">
                <a16:creationId xmlns:a16="http://schemas.microsoft.com/office/drawing/2014/main" id="{24992899-A7CA-476D-B0E4-8B3E57692F68}"/>
              </a:ext>
            </a:extLst>
          </p:cNvPr>
          <p:cNvSpPr txBox="1"/>
          <p:nvPr/>
        </p:nvSpPr>
        <p:spPr>
          <a:xfrm>
            <a:off x="721220" y="1563638"/>
            <a:ext cx="291467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为元素绑定事件</a:t>
            </a:r>
          </a:p>
        </p:txBody>
      </p:sp>
    </p:spTree>
    <p:extLst>
      <p:ext uri="{BB962C8B-B14F-4D97-AF65-F5344CB8AC3E}">
        <p14:creationId xmlns:p14="http://schemas.microsoft.com/office/powerpoint/2010/main" val="1050072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0C607-6D1B-4E1A-88A6-020C0B280359}"/>
              </a:ext>
            </a:extLst>
          </p:cNvPr>
          <p:cNvSpPr txBox="1"/>
          <p:nvPr/>
        </p:nvSpPr>
        <p:spPr>
          <a:xfrm>
            <a:off x="3433924" y="1517386"/>
            <a:ext cx="4319587" cy="45589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srgbClr val="28384B"/>
                </a:solidFill>
                <a:latin typeface="HelveticaNeue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指令的作用是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为元素绑定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事件</a:t>
            </a:r>
            <a:endParaRPr lang="en-US" altLang="zh-CN" sz="1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B81A0DFD-E1E2-4E5E-81E6-3B07E1DF60E9}"/>
              </a:ext>
            </a:extLst>
          </p:cNvPr>
          <p:cNvSpPr txBox="1"/>
          <p:nvPr/>
        </p:nvSpPr>
        <p:spPr>
          <a:xfrm>
            <a:off x="3433924" y="1959886"/>
            <a:ext cx="5458552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事件名不需要写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on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360BD8FC-0B07-4293-A23B-676226CC62AD}"/>
              </a:ext>
            </a:extLst>
          </p:cNvPr>
          <p:cNvSpPr txBox="1"/>
          <p:nvPr/>
        </p:nvSpPr>
        <p:spPr>
          <a:xfrm>
            <a:off x="3433924" y="2404694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指令可以简写为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C01BFD-A686-4D8E-A0F4-5071E661095A}"/>
              </a:ext>
            </a:extLst>
          </p:cNvPr>
          <p:cNvSpPr/>
          <p:nvPr/>
        </p:nvSpPr>
        <p:spPr bwMode="auto">
          <a:xfrm>
            <a:off x="539552" y="2357609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0953ED-223E-4889-95A8-EBB3C621D7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29545" y="1709536"/>
            <a:ext cx="558450" cy="648073"/>
          </a:xfrm>
          <a:prstGeom prst="rect">
            <a:avLst/>
          </a:prstGeo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AD2BA062-F0D3-4BE3-A343-94BC97D5D658}"/>
              </a:ext>
            </a:extLst>
          </p:cNvPr>
          <p:cNvSpPr txBox="1"/>
          <p:nvPr/>
        </p:nvSpPr>
        <p:spPr>
          <a:xfrm>
            <a:off x="3433924" y="2849502"/>
            <a:ext cx="524252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绑定的方法定义在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methods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属性中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D97E6D94-BDBE-4D17-9AC7-DAB9EA883691}"/>
              </a:ext>
            </a:extLst>
          </p:cNvPr>
          <p:cNvSpPr txBox="1"/>
          <p:nvPr/>
        </p:nvSpPr>
        <p:spPr>
          <a:xfrm>
            <a:off x="3433924" y="3294309"/>
            <a:ext cx="524252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方法内部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this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关键字可以访问定义在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data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中数据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0543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  <p:bldP spid="10" grpId="0"/>
      <p:bldP spid="1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47B3ADFB-E3FD-42D9-9C46-2B17CEFE9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297" y="929552"/>
            <a:ext cx="4176464" cy="1865377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2644033" y="2794930"/>
            <a:ext cx="1360520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1484010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058D203-DA32-472A-9C8E-937F6FA55C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2555850" y="2146856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611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47B3ADFB-E3FD-42D9-9C46-2B17CEFE9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297" y="929552"/>
            <a:ext cx="4176464" cy="1865377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2644033" y="2794930"/>
            <a:ext cx="1360520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1484010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058D203-DA32-472A-9C8E-937F6FA55C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442526" y="2126430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703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3E58D19-76EF-4D03-9E47-7643B4948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82" y="411510"/>
            <a:ext cx="4176464" cy="18653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BCAEE23-B4C8-442E-9473-DC483823736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530011" y="1608388"/>
            <a:ext cx="558450" cy="64807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E52D35F-0575-46C3-8706-85A216E7558E}"/>
              </a:ext>
            </a:extLst>
          </p:cNvPr>
          <p:cNvSpPr/>
          <p:nvPr/>
        </p:nvSpPr>
        <p:spPr>
          <a:xfrm>
            <a:off x="530011" y="2736390"/>
            <a:ext cx="4176464" cy="1015663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class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"input-num"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-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&lt;span&gt;&lt;/span&gt;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+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1AEFC6E-88E2-41CC-99AB-0F04D6BBEB78}"/>
              </a:ext>
            </a:extLst>
          </p:cNvPr>
          <p:cNvSpPr/>
          <p:nvPr/>
        </p:nvSpPr>
        <p:spPr>
          <a:xfrm>
            <a:off x="6309733" y="2736390"/>
            <a:ext cx="2304256" cy="64633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el: 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});</a:t>
            </a:r>
          </a:p>
        </p:txBody>
      </p:sp>
    </p:spTree>
    <p:extLst>
      <p:ext uri="{BB962C8B-B14F-4D97-AF65-F5344CB8AC3E}">
        <p14:creationId xmlns:p14="http://schemas.microsoft.com/office/powerpoint/2010/main" val="3301249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3E58D19-76EF-4D03-9E47-7643B4948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82" y="411510"/>
            <a:ext cx="4176464" cy="18653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BCAEE23-B4C8-442E-9473-DC483823736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530011" y="1608388"/>
            <a:ext cx="558450" cy="64807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F1AEFC6E-88E2-41CC-99AB-0F04D6BBEB78}"/>
              </a:ext>
            </a:extLst>
          </p:cNvPr>
          <p:cNvSpPr/>
          <p:nvPr/>
        </p:nvSpPr>
        <p:spPr>
          <a:xfrm>
            <a:off x="6309733" y="2736390"/>
            <a:ext cx="2304256" cy="64633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el: 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});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59AF87-A3B9-483C-AA1C-AEDDAC8AD3C9}"/>
              </a:ext>
            </a:extLst>
          </p:cNvPr>
          <p:cNvSpPr/>
          <p:nvPr/>
        </p:nvSpPr>
        <p:spPr>
          <a:xfrm>
            <a:off x="530011" y="2736390"/>
            <a:ext cx="4176464" cy="1015663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class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"input-num"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-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&lt;span&gt;&lt;/span&gt;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+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279196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3E58D19-76EF-4D03-9E47-7643B4948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82" y="411510"/>
            <a:ext cx="4176464" cy="18653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BCAEE23-B4C8-442E-9473-DC483823736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530011" y="1608388"/>
            <a:ext cx="558450" cy="64807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F1AEFC6E-88E2-41CC-99AB-0F04D6BBEB78}"/>
              </a:ext>
            </a:extLst>
          </p:cNvPr>
          <p:cNvSpPr/>
          <p:nvPr/>
        </p:nvSpPr>
        <p:spPr>
          <a:xfrm>
            <a:off x="6309733" y="2736390"/>
            <a:ext cx="2304256" cy="1015663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el: 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methods: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});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F0C247-1B9F-40A5-AE21-FF5B976DB7F3}"/>
              </a:ext>
            </a:extLst>
          </p:cNvPr>
          <p:cNvSpPr/>
          <p:nvPr/>
        </p:nvSpPr>
        <p:spPr>
          <a:xfrm>
            <a:off x="530011" y="2736390"/>
            <a:ext cx="4176464" cy="1015663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class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"input-num"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-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&lt;span&gt;&lt;/span&gt;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+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4150002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3E58D19-76EF-4D03-9E47-7643B4948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82" y="411510"/>
            <a:ext cx="4176464" cy="18653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BCAEE23-B4C8-442E-9473-DC483823736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530011" y="1608388"/>
            <a:ext cx="558450" cy="64807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659AF87-A3B9-483C-AA1C-AEDDAC8AD3C9}"/>
              </a:ext>
            </a:extLst>
          </p:cNvPr>
          <p:cNvSpPr/>
          <p:nvPr/>
        </p:nvSpPr>
        <p:spPr>
          <a:xfrm>
            <a:off x="530011" y="2736390"/>
            <a:ext cx="4176464" cy="1015663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class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"input-num"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-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&lt;span&gt;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{{}}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&lt;/span&gt;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+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22077C-9A95-4580-861B-8F57F6E0F649}"/>
              </a:ext>
            </a:extLst>
          </p:cNvPr>
          <p:cNvSpPr/>
          <p:nvPr/>
        </p:nvSpPr>
        <p:spPr>
          <a:xfrm>
            <a:off x="6309733" y="2736390"/>
            <a:ext cx="2304256" cy="1015663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el: 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methods: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});</a:t>
            </a:r>
          </a:p>
        </p:txBody>
      </p:sp>
    </p:spTree>
    <p:extLst>
      <p:ext uri="{BB962C8B-B14F-4D97-AF65-F5344CB8AC3E}">
        <p14:creationId xmlns:p14="http://schemas.microsoft.com/office/powerpoint/2010/main" val="2682160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3E58D19-76EF-4D03-9E47-7643B4948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82" y="411510"/>
            <a:ext cx="4176464" cy="18653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BCAEE23-B4C8-442E-9473-DC483823736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530011" y="1608388"/>
            <a:ext cx="558450" cy="64807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2F0C247-1B9F-40A5-AE21-FF5B976DB7F3}"/>
              </a:ext>
            </a:extLst>
          </p:cNvPr>
          <p:cNvSpPr/>
          <p:nvPr/>
        </p:nvSpPr>
        <p:spPr>
          <a:xfrm>
            <a:off x="530011" y="2736390"/>
            <a:ext cx="4176464" cy="1015663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class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"input-num"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-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&lt;span&gt;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{{}}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&lt;/span&gt;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+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35A30A-7EF2-490B-8558-EDD6EE486B4B}"/>
              </a:ext>
            </a:extLst>
          </p:cNvPr>
          <p:cNvSpPr/>
          <p:nvPr/>
        </p:nvSpPr>
        <p:spPr>
          <a:xfrm>
            <a:off x="6309733" y="2736390"/>
            <a:ext cx="2304256" cy="1384995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el: 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data: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},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methods: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});</a:t>
            </a:r>
          </a:p>
        </p:txBody>
      </p:sp>
    </p:spTree>
    <p:extLst>
      <p:ext uri="{BB962C8B-B14F-4D97-AF65-F5344CB8AC3E}">
        <p14:creationId xmlns:p14="http://schemas.microsoft.com/office/powerpoint/2010/main" val="1283197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3E58D19-76EF-4D03-9E47-7643B4948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82" y="411510"/>
            <a:ext cx="1450995" cy="64807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BCAEE23-B4C8-442E-9473-DC483823736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536264" y="879563"/>
            <a:ext cx="155125" cy="18002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944F4BB9-7F50-4F6D-B227-AB498AB3AF96}"/>
              </a:ext>
            </a:extLst>
          </p:cNvPr>
          <p:cNvSpPr txBox="1"/>
          <p:nvPr/>
        </p:nvSpPr>
        <p:spPr>
          <a:xfrm>
            <a:off x="3563888" y="1440554"/>
            <a:ext cx="4319587" cy="353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data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中定义数据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num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BE7CEA-FC12-4C6D-AFEC-299D1931EC4B}"/>
              </a:ext>
            </a:extLst>
          </p:cNvPr>
          <p:cNvSpPr/>
          <p:nvPr/>
        </p:nvSpPr>
        <p:spPr>
          <a:xfrm>
            <a:off x="530011" y="3579862"/>
            <a:ext cx="2673837" cy="1015663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class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"input-num"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-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&lt;span&gt;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{{}}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&lt;/span&gt;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+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2AD04F-8F5C-47DF-A174-60918515BA8D}"/>
              </a:ext>
            </a:extLst>
          </p:cNvPr>
          <p:cNvSpPr/>
          <p:nvPr/>
        </p:nvSpPr>
        <p:spPr>
          <a:xfrm>
            <a:off x="530011" y="1440554"/>
            <a:ext cx="2673836" cy="1384995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el: 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data: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},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methods: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});</a:t>
            </a:r>
          </a:p>
        </p:txBody>
      </p:sp>
    </p:spTree>
    <p:extLst>
      <p:ext uri="{BB962C8B-B14F-4D97-AF65-F5344CB8AC3E}">
        <p14:creationId xmlns:p14="http://schemas.microsoft.com/office/powerpoint/2010/main" val="4020725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3E58D19-76EF-4D03-9E47-7643B4948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82" y="411510"/>
            <a:ext cx="1450995" cy="64807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BCAEE23-B4C8-442E-9473-DC483823736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536264" y="879563"/>
            <a:ext cx="155125" cy="18002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944F4BB9-7F50-4F6D-B227-AB498AB3AF96}"/>
              </a:ext>
            </a:extLst>
          </p:cNvPr>
          <p:cNvSpPr txBox="1"/>
          <p:nvPr/>
        </p:nvSpPr>
        <p:spPr>
          <a:xfrm>
            <a:off x="3563888" y="1440554"/>
            <a:ext cx="4319587" cy="353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data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中定义数据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num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096344-914C-4F97-A393-D755C808D429}"/>
              </a:ext>
            </a:extLst>
          </p:cNvPr>
          <p:cNvSpPr/>
          <p:nvPr/>
        </p:nvSpPr>
        <p:spPr>
          <a:xfrm>
            <a:off x="530011" y="3579862"/>
            <a:ext cx="2673837" cy="1015663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class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"input-num"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-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&lt;span&gt;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{{}}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&lt;/span&gt;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+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2203C2-F699-4CFD-A2A3-7AFE3F59127C}"/>
              </a:ext>
            </a:extLst>
          </p:cNvPr>
          <p:cNvSpPr/>
          <p:nvPr/>
        </p:nvSpPr>
        <p:spPr>
          <a:xfrm>
            <a:off x="530011" y="1440554"/>
            <a:ext cx="2673836" cy="156966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el: 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data: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num: </a:t>
            </a:r>
            <a:r>
              <a:rPr lang="en-US" altLang="zh-CN" sz="1200" dirty="0">
                <a:solidFill>
                  <a:srgbClr val="FF9940"/>
                </a:solidFill>
                <a:latin typeface="Menlo"/>
              </a:rPr>
              <a:t>1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},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methods: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});</a:t>
            </a:r>
          </a:p>
        </p:txBody>
      </p:sp>
    </p:spTree>
    <p:extLst>
      <p:ext uri="{BB962C8B-B14F-4D97-AF65-F5344CB8AC3E}">
        <p14:creationId xmlns:p14="http://schemas.microsoft.com/office/powerpoint/2010/main" val="2826391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3E58D19-76EF-4D03-9E47-7643B4948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82" y="411510"/>
            <a:ext cx="1450995" cy="64807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BCAEE23-B4C8-442E-9473-DC483823736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536264" y="879563"/>
            <a:ext cx="155125" cy="18002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944F4BB9-7F50-4F6D-B227-AB498AB3AF96}"/>
              </a:ext>
            </a:extLst>
          </p:cNvPr>
          <p:cNvSpPr txBox="1"/>
          <p:nvPr/>
        </p:nvSpPr>
        <p:spPr>
          <a:xfrm>
            <a:off x="3563888" y="1440554"/>
            <a:ext cx="4319587" cy="353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data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中定义数据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num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6B90AB8-6268-48C6-80BA-4EE9F252CA25}"/>
              </a:ext>
            </a:extLst>
          </p:cNvPr>
          <p:cNvSpPr/>
          <p:nvPr/>
        </p:nvSpPr>
        <p:spPr>
          <a:xfrm>
            <a:off x="530011" y="3579862"/>
            <a:ext cx="2673837" cy="1015663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class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"input-num"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-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&lt;span&gt;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{{}}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&lt;/span&gt;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+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D14D35B-0E14-42DC-9791-548AE1EF3D85}"/>
              </a:ext>
            </a:extLst>
          </p:cNvPr>
          <p:cNvSpPr/>
          <p:nvPr/>
        </p:nvSpPr>
        <p:spPr>
          <a:xfrm>
            <a:off x="530011" y="1440554"/>
            <a:ext cx="2673836" cy="156966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el: 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data: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num: </a:t>
            </a:r>
            <a:r>
              <a:rPr lang="en-US" altLang="zh-CN" sz="1200" dirty="0">
                <a:solidFill>
                  <a:srgbClr val="FF9940"/>
                </a:solidFill>
                <a:latin typeface="Menlo"/>
              </a:rPr>
              <a:t>1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},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methods: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});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B2FCE29C-1F1F-49FF-B0B7-A993C371311C}"/>
              </a:ext>
            </a:extLst>
          </p:cNvPr>
          <p:cNvSpPr txBox="1"/>
          <p:nvPr/>
        </p:nvSpPr>
        <p:spPr>
          <a:xfrm>
            <a:off x="3563888" y="1851670"/>
            <a:ext cx="4319587" cy="353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methods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中添加两个方法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递增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,sub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递减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58502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3E58D19-76EF-4D03-9E47-7643B4948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82" y="411510"/>
            <a:ext cx="1450995" cy="64807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BCAEE23-B4C8-442E-9473-DC483823736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536264" y="879563"/>
            <a:ext cx="155125" cy="18002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944F4BB9-7F50-4F6D-B227-AB498AB3AF96}"/>
              </a:ext>
            </a:extLst>
          </p:cNvPr>
          <p:cNvSpPr txBox="1"/>
          <p:nvPr/>
        </p:nvSpPr>
        <p:spPr>
          <a:xfrm>
            <a:off x="3563888" y="1440554"/>
            <a:ext cx="4319587" cy="353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data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中定义数据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num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34729FA-9787-401B-929F-8C4992F753D8}"/>
              </a:ext>
            </a:extLst>
          </p:cNvPr>
          <p:cNvSpPr/>
          <p:nvPr/>
        </p:nvSpPr>
        <p:spPr>
          <a:xfrm>
            <a:off x="530011" y="3579862"/>
            <a:ext cx="2673837" cy="1015663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class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"input-num"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-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&lt;span&gt;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{{}}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&lt;/span&gt;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+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95C535-D7FA-4610-A0E6-D09BA7771433}"/>
              </a:ext>
            </a:extLst>
          </p:cNvPr>
          <p:cNvSpPr/>
          <p:nvPr/>
        </p:nvSpPr>
        <p:spPr>
          <a:xfrm>
            <a:off x="530011" y="1440554"/>
            <a:ext cx="2673836" cy="1938992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el: 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data: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num: </a:t>
            </a:r>
            <a:r>
              <a:rPr lang="en-US" altLang="zh-CN" sz="1200" dirty="0">
                <a:solidFill>
                  <a:srgbClr val="FF9940"/>
                </a:solidFill>
                <a:latin typeface="Menlo"/>
              </a:rPr>
              <a:t>1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},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methods: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add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: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() {},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sub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: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() {}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});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DEAFFD3B-D643-4EDE-B85A-F5051A3D655B}"/>
              </a:ext>
            </a:extLst>
          </p:cNvPr>
          <p:cNvSpPr txBox="1"/>
          <p:nvPr/>
        </p:nvSpPr>
        <p:spPr>
          <a:xfrm>
            <a:off x="3563888" y="1851670"/>
            <a:ext cx="4319587" cy="353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methods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中添加两个方法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递增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,sub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递减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69181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3E58D19-76EF-4D03-9E47-7643B4948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82" y="411510"/>
            <a:ext cx="1450995" cy="64807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BCAEE23-B4C8-442E-9473-DC483823736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536264" y="879563"/>
            <a:ext cx="155125" cy="18002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E52D35F-0575-46C3-8706-85A216E7558E}"/>
              </a:ext>
            </a:extLst>
          </p:cNvPr>
          <p:cNvSpPr/>
          <p:nvPr/>
        </p:nvSpPr>
        <p:spPr>
          <a:xfrm>
            <a:off x="530011" y="3579862"/>
            <a:ext cx="2673837" cy="1015663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class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"input-num"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-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&lt;span&gt;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{{}}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&lt;/span&gt;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+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1AEFC6E-88E2-41CC-99AB-0F04D6BBEB78}"/>
              </a:ext>
            </a:extLst>
          </p:cNvPr>
          <p:cNvSpPr/>
          <p:nvPr/>
        </p:nvSpPr>
        <p:spPr>
          <a:xfrm>
            <a:off x="530011" y="1440554"/>
            <a:ext cx="2673836" cy="1938992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el: 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data: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num: </a:t>
            </a:r>
            <a:r>
              <a:rPr lang="en-US" altLang="zh-CN" sz="1200" dirty="0">
                <a:solidFill>
                  <a:srgbClr val="FF9940"/>
                </a:solidFill>
                <a:latin typeface="Menlo"/>
              </a:rPr>
              <a:t>1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},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methods: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add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: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() {},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sub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: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() {}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});</a:t>
            </a: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200877C0-DA96-4182-8378-846A2464259C}"/>
              </a:ext>
            </a:extLst>
          </p:cNvPr>
          <p:cNvSpPr txBox="1"/>
          <p:nvPr/>
        </p:nvSpPr>
        <p:spPr>
          <a:xfrm>
            <a:off x="3563888" y="1440554"/>
            <a:ext cx="4319587" cy="353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data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中定义数据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num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6353F4F9-E28C-4108-A28F-E8B9E8E81C83}"/>
              </a:ext>
            </a:extLst>
          </p:cNvPr>
          <p:cNvSpPr txBox="1"/>
          <p:nvPr/>
        </p:nvSpPr>
        <p:spPr>
          <a:xfrm>
            <a:off x="3563888" y="1851670"/>
            <a:ext cx="4319587" cy="353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methods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中添加两个方法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递增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,sub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递减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1BD8CD0F-FDC5-431E-B437-114054A29DDA}"/>
              </a:ext>
            </a:extLst>
          </p:cNvPr>
          <p:cNvSpPr txBox="1"/>
          <p:nvPr/>
        </p:nvSpPr>
        <p:spPr>
          <a:xfrm>
            <a:off x="3563888" y="2262786"/>
            <a:ext cx="4319587" cy="353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v-text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将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num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设置给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span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标签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2889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3E58D19-76EF-4D03-9E47-7643B4948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82" y="411510"/>
            <a:ext cx="1450995" cy="64807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BCAEE23-B4C8-442E-9473-DC483823736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536264" y="879563"/>
            <a:ext cx="155125" cy="18002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E52D35F-0575-46C3-8706-85A216E7558E}"/>
              </a:ext>
            </a:extLst>
          </p:cNvPr>
          <p:cNvSpPr/>
          <p:nvPr/>
        </p:nvSpPr>
        <p:spPr>
          <a:xfrm>
            <a:off x="530011" y="3579862"/>
            <a:ext cx="2673837" cy="1015663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class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"input-num"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-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&lt;span&gt;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{{ num }}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&lt;/span&gt;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+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1AEFC6E-88E2-41CC-99AB-0F04D6BBEB78}"/>
              </a:ext>
            </a:extLst>
          </p:cNvPr>
          <p:cNvSpPr/>
          <p:nvPr/>
        </p:nvSpPr>
        <p:spPr>
          <a:xfrm>
            <a:off x="530011" y="1440554"/>
            <a:ext cx="2673836" cy="1938992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el: 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data: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num: </a:t>
            </a:r>
            <a:r>
              <a:rPr lang="en-US" altLang="zh-CN" sz="1200" dirty="0">
                <a:solidFill>
                  <a:srgbClr val="FF9940"/>
                </a:solidFill>
                <a:latin typeface="Menlo"/>
              </a:rPr>
              <a:t>1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},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methods: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add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: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() {},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sub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: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() {}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});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E5F25547-A4A9-44F7-83D4-FD63708AE4EC}"/>
              </a:ext>
            </a:extLst>
          </p:cNvPr>
          <p:cNvSpPr txBox="1"/>
          <p:nvPr/>
        </p:nvSpPr>
        <p:spPr>
          <a:xfrm>
            <a:off x="3563888" y="1440554"/>
            <a:ext cx="4319587" cy="353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data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中定义数据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num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17B142DF-0241-4C0F-8A0A-5AE393F8D119}"/>
              </a:ext>
            </a:extLst>
          </p:cNvPr>
          <p:cNvSpPr txBox="1"/>
          <p:nvPr/>
        </p:nvSpPr>
        <p:spPr>
          <a:xfrm>
            <a:off x="3563888" y="1851670"/>
            <a:ext cx="4319587" cy="353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methods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中添加两个方法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递增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,sub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递减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45636E31-EDE2-4998-9312-8A5C29E174D9}"/>
              </a:ext>
            </a:extLst>
          </p:cNvPr>
          <p:cNvSpPr txBox="1"/>
          <p:nvPr/>
        </p:nvSpPr>
        <p:spPr>
          <a:xfrm>
            <a:off x="3563888" y="2262786"/>
            <a:ext cx="4319587" cy="353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v-text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将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num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设置给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span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标签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3761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3E58D19-76EF-4D03-9E47-7643B4948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82" y="411510"/>
            <a:ext cx="1450995" cy="64807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BCAEE23-B4C8-442E-9473-DC483823736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536264" y="879563"/>
            <a:ext cx="155125" cy="18002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E52D35F-0575-46C3-8706-85A216E7558E}"/>
              </a:ext>
            </a:extLst>
          </p:cNvPr>
          <p:cNvSpPr/>
          <p:nvPr/>
        </p:nvSpPr>
        <p:spPr>
          <a:xfrm>
            <a:off x="530011" y="3579862"/>
            <a:ext cx="2673837" cy="1015663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class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"input-num"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-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&lt;span&gt;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{{ num }}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&lt;/span&gt;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+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1AEFC6E-88E2-41CC-99AB-0F04D6BBEB78}"/>
              </a:ext>
            </a:extLst>
          </p:cNvPr>
          <p:cNvSpPr/>
          <p:nvPr/>
        </p:nvSpPr>
        <p:spPr>
          <a:xfrm>
            <a:off x="530011" y="1440554"/>
            <a:ext cx="2673836" cy="1938992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el: 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data: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num: </a:t>
            </a:r>
            <a:r>
              <a:rPr lang="en-US" altLang="zh-CN" sz="1200" dirty="0">
                <a:solidFill>
                  <a:srgbClr val="FF9940"/>
                </a:solidFill>
                <a:latin typeface="Menlo"/>
              </a:rPr>
              <a:t>1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},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methods: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add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: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() {},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sub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: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() {}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});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8C7705C3-257E-4124-8CBD-7609A8003574}"/>
              </a:ext>
            </a:extLst>
          </p:cNvPr>
          <p:cNvSpPr txBox="1"/>
          <p:nvPr/>
        </p:nvSpPr>
        <p:spPr>
          <a:xfrm>
            <a:off x="3563888" y="1440554"/>
            <a:ext cx="4319587" cy="353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data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中定义数据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num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51A6A7CD-1D08-4653-B4C5-65D92C331182}"/>
              </a:ext>
            </a:extLst>
          </p:cNvPr>
          <p:cNvSpPr txBox="1"/>
          <p:nvPr/>
        </p:nvSpPr>
        <p:spPr>
          <a:xfrm>
            <a:off x="3563888" y="1851670"/>
            <a:ext cx="4319587" cy="353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methods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中添加两个方法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递增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,sub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递减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31982650-BFB3-4AC4-A95A-841402678336}"/>
              </a:ext>
            </a:extLst>
          </p:cNvPr>
          <p:cNvSpPr txBox="1"/>
          <p:nvPr/>
        </p:nvSpPr>
        <p:spPr>
          <a:xfrm>
            <a:off x="3563888" y="2262786"/>
            <a:ext cx="4319587" cy="353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v-text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将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num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设置给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span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标签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5495703A-4093-4521-BAA2-B2CDFA6A8B63}"/>
              </a:ext>
            </a:extLst>
          </p:cNvPr>
          <p:cNvSpPr txBox="1"/>
          <p:nvPr/>
        </p:nvSpPr>
        <p:spPr>
          <a:xfrm>
            <a:off x="3563888" y="2665781"/>
            <a:ext cx="4319587" cy="353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4.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将</a:t>
            </a:r>
            <a:r>
              <a:rPr lang="en-US" altLang="zh-CN" sz="1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add,sub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分别绑定给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按钮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0863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3E58D19-76EF-4D03-9E47-7643B4948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82" y="411510"/>
            <a:ext cx="1450995" cy="64807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BCAEE23-B4C8-442E-9473-DC483823736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536264" y="879563"/>
            <a:ext cx="155125" cy="18002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E52D35F-0575-46C3-8706-85A216E7558E}"/>
              </a:ext>
            </a:extLst>
          </p:cNvPr>
          <p:cNvSpPr/>
          <p:nvPr/>
        </p:nvSpPr>
        <p:spPr>
          <a:xfrm>
            <a:off x="530011" y="3579862"/>
            <a:ext cx="2673837" cy="1015663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class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"input-num"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“sub"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-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&lt;span&gt;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{{ num }}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&lt;/span&gt;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&lt;button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“add"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+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&lt;/button&gt;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1AEFC6E-88E2-41CC-99AB-0F04D6BBEB78}"/>
              </a:ext>
            </a:extLst>
          </p:cNvPr>
          <p:cNvSpPr/>
          <p:nvPr/>
        </p:nvSpPr>
        <p:spPr>
          <a:xfrm>
            <a:off x="530011" y="1440554"/>
            <a:ext cx="2673836" cy="1938992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el: 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data: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num: </a:t>
            </a:r>
            <a:r>
              <a:rPr lang="en-US" altLang="zh-CN" sz="1200" dirty="0">
                <a:solidFill>
                  <a:srgbClr val="FF9940"/>
                </a:solidFill>
                <a:latin typeface="Menlo"/>
              </a:rPr>
              <a:t>1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},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methods: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add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: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() {},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sub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: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() {}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});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44F4BB9-7F50-4F6D-B227-AB498AB3AF96}"/>
              </a:ext>
            </a:extLst>
          </p:cNvPr>
          <p:cNvSpPr txBox="1"/>
          <p:nvPr/>
        </p:nvSpPr>
        <p:spPr>
          <a:xfrm>
            <a:off x="3563888" y="1440554"/>
            <a:ext cx="4319587" cy="353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data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中定义数据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num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D1AF51-3260-4ACB-904B-64C951188CC4}"/>
              </a:ext>
            </a:extLst>
          </p:cNvPr>
          <p:cNvSpPr txBox="1"/>
          <p:nvPr/>
        </p:nvSpPr>
        <p:spPr>
          <a:xfrm>
            <a:off x="3563888" y="1851670"/>
            <a:ext cx="4319587" cy="353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methods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中添加两个方法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递增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,sub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递减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04B8BB54-E82A-4C26-9ADE-E11A5F6E9EBC}"/>
              </a:ext>
            </a:extLst>
          </p:cNvPr>
          <p:cNvSpPr txBox="1"/>
          <p:nvPr/>
        </p:nvSpPr>
        <p:spPr>
          <a:xfrm>
            <a:off x="3563888" y="2262786"/>
            <a:ext cx="4319587" cy="353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v-text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将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num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设置给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span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标签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A50ED6B0-AC1B-4873-9B89-120CFDE7C80A}"/>
              </a:ext>
            </a:extLst>
          </p:cNvPr>
          <p:cNvSpPr txBox="1"/>
          <p:nvPr/>
        </p:nvSpPr>
        <p:spPr>
          <a:xfrm>
            <a:off x="3563888" y="2665781"/>
            <a:ext cx="4319587" cy="353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4.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将</a:t>
            </a:r>
            <a:r>
              <a:rPr lang="en-US" altLang="zh-CN" sz="1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add,sub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分别绑定给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按钮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460DD8CD-1479-4E47-86D8-0F6CF8F4EA73}"/>
              </a:ext>
            </a:extLst>
          </p:cNvPr>
          <p:cNvSpPr txBox="1"/>
          <p:nvPr/>
        </p:nvSpPr>
        <p:spPr>
          <a:xfrm>
            <a:off x="3563887" y="3068776"/>
            <a:ext cx="4319587" cy="353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5.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累加的逻辑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小于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累加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否则提示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C40C611E-BD60-48A3-9561-DCA161AB6A67}"/>
              </a:ext>
            </a:extLst>
          </p:cNvPr>
          <p:cNvSpPr txBox="1"/>
          <p:nvPr/>
        </p:nvSpPr>
        <p:spPr>
          <a:xfrm>
            <a:off x="3561576" y="3403891"/>
            <a:ext cx="4319587" cy="353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6.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递减的逻辑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大于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递减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否则提示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1791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0C607-6D1B-4E1A-88A6-020C0B280359}"/>
              </a:ext>
            </a:extLst>
          </p:cNvPr>
          <p:cNvSpPr txBox="1"/>
          <p:nvPr/>
        </p:nvSpPr>
        <p:spPr>
          <a:xfrm>
            <a:off x="3433924" y="1517386"/>
            <a:ext cx="5314535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srgbClr val="28384B"/>
                </a:solidFill>
                <a:latin typeface="HelveticaNeue"/>
              </a:rPr>
              <a:t> 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创建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示例时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el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挂载点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),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data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数据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),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methods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en-US" altLang="zh-CN" sz="1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B81A0DFD-E1E2-4E5E-81E6-3B07E1DF60E9}"/>
              </a:ext>
            </a:extLst>
          </p:cNvPr>
          <p:cNvSpPr txBox="1"/>
          <p:nvPr/>
        </p:nvSpPr>
        <p:spPr>
          <a:xfrm>
            <a:off x="3433924" y="1959886"/>
            <a:ext cx="5458552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指令的作用是绑定事件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简写为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360BD8FC-0B07-4293-A23B-676226CC62AD}"/>
              </a:ext>
            </a:extLst>
          </p:cNvPr>
          <p:cNvSpPr txBox="1"/>
          <p:nvPr/>
        </p:nvSpPr>
        <p:spPr>
          <a:xfrm>
            <a:off x="3433924" y="2404694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方法中通过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this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关键字获取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data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中的数据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AD2BA062-F0D3-4BE3-A343-94BC97D5D658}"/>
              </a:ext>
            </a:extLst>
          </p:cNvPr>
          <p:cNvSpPr txBox="1"/>
          <p:nvPr/>
        </p:nvSpPr>
        <p:spPr>
          <a:xfrm>
            <a:off x="3433924" y="2849502"/>
            <a:ext cx="5242527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lang="en-US" altLang="zh-CN" sz="1400" dirty="0">
                <a:solidFill>
                  <a:srgbClr val="28384B"/>
                </a:solidFill>
                <a:latin typeface="HelveticaNeue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v-text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指令的作用是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设置元素的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文本值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简写为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{{}}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D97E6D94-BDBE-4D17-9AC7-DAB9EA883691}"/>
              </a:ext>
            </a:extLst>
          </p:cNvPr>
          <p:cNvSpPr txBox="1"/>
          <p:nvPr/>
        </p:nvSpPr>
        <p:spPr>
          <a:xfrm>
            <a:off x="3433924" y="3294309"/>
            <a:ext cx="524252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srgbClr val="28384B"/>
                </a:solidFill>
                <a:latin typeface="HelveticaNeue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v-html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指令的作用是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设置元素的</a:t>
            </a:r>
            <a:r>
              <a:rPr lang="en-US" altLang="zh-CN" sz="1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innerHTML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D709C74-D628-4775-8F29-9FEEFABF8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3" y="2067694"/>
            <a:ext cx="2528922" cy="112951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5858B1A-4BAC-48C0-9169-7FA30F938FD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539553" y="2632453"/>
            <a:ext cx="465373" cy="54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271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  <p:bldP spid="10" grpId="0"/>
      <p:bldP spid="15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9F658EBA-CCCA-4E69-AE1D-6D3C3C547B24}"/>
              </a:ext>
            </a:extLst>
          </p:cNvPr>
          <p:cNvSpPr/>
          <p:nvPr/>
        </p:nvSpPr>
        <p:spPr bwMode="auto">
          <a:xfrm>
            <a:off x="3490523" y="3219822"/>
            <a:ext cx="647572" cy="148905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4802E32-4D43-43ED-A641-EC73432A6DEE}"/>
              </a:ext>
            </a:extLst>
          </p:cNvPr>
          <p:cNvSpPr/>
          <p:nvPr/>
        </p:nvSpPr>
        <p:spPr bwMode="auto">
          <a:xfrm>
            <a:off x="4445307" y="3219815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7C6F368-98D4-42CB-90FB-257726409CFC}"/>
              </a:ext>
            </a:extLst>
          </p:cNvPr>
          <p:cNvSpPr/>
          <p:nvPr/>
        </p:nvSpPr>
        <p:spPr bwMode="auto">
          <a:xfrm>
            <a:off x="5256076" y="321981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8F6F01D-339D-4E0E-A514-7D1DB1B4AA5A}"/>
              </a:ext>
            </a:extLst>
          </p:cNvPr>
          <p:cNvSpPr/>
          <p:nvPr/>
        </p:nvSpPr>
        <p:spPr bwMode="auto">
          <a:xfrm>
            <a:off x="6916175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5DA515A-1402-429B-BD6F-F192339A2836}"/>
              </a:ext>
            </a:extLst>
          </p:cNvPr>
          <p:cNvSpPr/>
          <p:nvPr/>
        </p:nvSpPr>
        <p:spPr bwMode="auto">
          <a:xfrm>
            <a:off x="8241391" y="2865286"/>
            <a:ext cx="647572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7B3ADFB-E3FD-42D9-9C46-2B17CEFE9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21" y="3219822"/>
            <a:ext cx="1931617" cy="86273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C5789B6-FDC0-4954-8EAF-83DEDB668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089" y="1032049"/>
            <a:ext cx="2627415" cy="198214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59D51D08-80DC-4588-B860-3093C703A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248" y="3219822"/>
            <a:ext cx="2177988" cy="1711276"/>
          </a:xfrm>
          <a:prstGeom prst="rect">
            <a:avLst/>
          </a:prstGeom>
          <a:ln>
            <a:solidFill>
              <a:srgbClr val="404040"/>
            </a:solidFill>
          </a:ln>
        </p:spPr>
      </p:pic>
      <p:sp>
        <p:nvSpPr>
          <p:cNvPr id="18" name="TextBox 7">
            <a:extLst>
              <a:ext uri="{FF2B5EF4-FFF2-40B4-BE49-F238E27FC236}">
                <a16:creationId xmlns:a16="http://schemas.microsoft.com/office/drawing/2014/main" id="{B1A91E42-C7C3-4E76-B094-E6CF12D193C2}"/>
              </a:ext>
            </a:extLst>
          </p:cNvPr>
          <p:cNvSpPr txBox="1"/>
          <p:nvPr/>
        </p:nvSpPr>
        <p:spPr>
          <a:xfrm>
            <a:off x="0" y="2461405"/>
            <a:ext cx="2448272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内容绑定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事件绑定</a:t>
            </a: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F99CB28C-E753-4DD7-974B-310E5339982C}"/>
              </a:ext>
            </a:extLst>
          </p:cNvPr>
          <p:cNvSpPr txBox="1"/>
          <p:nvPr/>
        </p:nvSpPr>
        <p:spPr>
          <a:xfrm>
            <a:off x="3472949" y="3434413"/>
            <a:ext cx="2448272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显示切换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属性绑定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16B636E1-1068-42D4-A4F1-A8D240FC3D26}"/>
              </a:ext>
            </a:extLst>
          </p:cNvPr>
          <p:cNvSpPr txBox="1"/>
          <p:nvPr/>
        </p:nvSpPr>
        <p:spPr>
          <a:xfrm>
            <a:off x="6669106" y="2461404"/>
            <a:ext cx="2448272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列表循环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表单元素绑定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1627304" y="2865286"/>
            <a:ext cx="712114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973051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7A8880D-F267-4C82-AD31-A1EDB2B4CF7D}"/>
              </a:ext>
            </a:extLst>
          </p:cNvPr>
          <p:cNvSpPr/>
          <p:nvPr/>
        </p:nvSpPr>
        <p:spPr bwMode="auto">
          <a:xfrm>
            <a:off x="7523377" y="2865286"/>
            <a:ext cx="647572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1042999F-A4FA-480C-952A-F75AE66A0CB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253010" y="3434487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32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9F658EBA-CCCA-4E69-AE1D-6D3C3C547B24}"/>
              </a:ext>
            </a:extLst>
          </p:cNvPr>
          <p:cNvSpPr/>
          <p:nvPr/>
        </p:nvSpPr>
        <p:spPr bwMode="auto">
          <a:xfrm>
            <a:off x="3490523" y="3219822"/>
            <a:ext cx="647572" cy="148905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4802E32-4D43-43ED-A641-EC73432A6DEE}"/>
              </a:ext>
            </a:extLst>
          </p:cNvPr>
          <p:cNvSpPr/>
          <p:nvPr/>
        </p:nvSpPr>
        <p:spPr bwMode="auto">
          <a:xfrm>
            <a:off x="4445307" y="3219815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7C6F368-98D4-42CB-90FB-257726409CFC}"/>
              </a:ext>
            </a:extLst>
          </p:cNvPr>
          <p:cNvSpPr/>
          <p:nvPr/>
        </p:nvSpPr>
        <p:spPr bwMode="auto">
          <a:xfrm>
            <a:off x="5256076" y="321981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8F6F01D-339D-4E0E-A514-7D1DB1B4AA5A}"/>
              </a:ext>
            </a:extLst>
          </p:cNvPr>
          <p:cNvSpPr/>
          <p:nvPr/>
        </p:nvSpPr>
        <p:spPr bwMode="auto">
          <a:xfrm>
            <a:off x="6916175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5DA515A-1402-429B-BD6F-F192339A2836}"/>
              </a:ext>
            </a:extLst>
          </p:cNvPr>
          <p:cNvSpPr/>
          <p:nvPr/>
        </p:nvSpPr>
        <p:spPr bwMode="auto">
          <a:xfrm>
            <a:off x="8241391" y="2865286"/>
            <a:ext cx="647572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7B3ADFB-E3FD-42D9-9C46-2B17CEFE9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21" y="3219822"/>
            <a:ext cx="1931617" cy="86273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C5789B6-FDC0-4954-8EAF-83DEDB668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089" y="1032049"/>
            <a:ext cx="2627415" cy="198214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59D51D08-80DC-4588-B860-3093C703A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248" y="3219822"/>
            <a:ext cx="2177988" cy="1711276"/>
          </a:xfrm>
          <a:prstGeom prst="rect">
            <a:avLst/>
          </a:prstGeom>
          <a:ln>
            <a:solidFill>
              <a:srgbClr val="404040"/>
            </a:solidFill>
          </a:ln>
        </p:spPr>
      </p:pic>
      <p:sp>
        <p:nvSpPr>
          <p:cNvPr id="18" name="TextBox 7">
            <a:extLst>
              <a:ext uri="{FF2B5EF4-FFF2-40B4-BE49-F238E27FC236}">
                <a16:creationId xmlns:a16="http://schemas.microsoft.com/office/drawing/2014/main" id="{B1A91E42-C7C3-4E76-B094-E6CF12D193C2}"/>
              </a:ext>
            </a:extLst>
          </p:cNvPr>
          <p:cNvSpPr txBox="1"/>
          <p:nvPr/>
        </p:nvSpPr>
        <p:spPr>
          <a:xfrm>
            <a:off x="0" y="2461405"/>
            <a:ext cx="2448272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内容绑定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事件绑定</a:t>
            </a: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F99CB28C-E753-4DD7-974B-310E5339982C}"/>
              </a:ext>
            </a:extLst>
          </p:cNvPr>
          <p:cNvSpPr txBox="1"/>
          <p:nvPr/>
        </p:nvSpPr>
        <p:spPr>
          <a:xfrm>
            <a:off x="3472949" y="3434413"/>
            <a:ext cx="2448272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显示切换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属性绑定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16B636E1-1068-42D4-A4F1-A8D240FC3D26}"/>
              </a:ext>
            </a:extLst>
          </p:cNvPr>
          <p:cNvSpPr txBox="1"/>
          <p:nvPr/>
        </p:nvSpPr>
        <p:spPr>
          <a:xfrm>
            <a:off x="6669106" y="2461404"/>
            <a:ext cx="2448272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列表循环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表单元素绑定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1627304" y="2865286"/>
            <a:ext cx="712114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973051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7A8880D-F267-4C82-AD31-A1EDB2B4CF7D}"/>
              </a:ext>
            </a:extLst>
          </p:cNvPr>
          <p:cNvSpPr/>
          <p:nvPr/>
        </p:nvSpPr>
        <p:spPr bwMode="auto">
          <a:xfrm>
            <a:off x="7523377" y="2865286"/>
            <a:ext cx="647572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313755" y="2355725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807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2644033" y="2794930"/>
            <a:ext cx="1360520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1484010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058D203-DA32-472A-9C8E-937F6FA55C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276504" y="2131019"/>
            <a:ext cx="558450" cy="64807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7FDE50A-C1B7-40DB-A115-C85938957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388" y="636693"/>
            <a:ext cx="3151476" cy="237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918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3E749766-BD97-4F70-95A6-C3D8B15C5E8E}"/>
              </a:ext>
            </a:extLst>
          </p:cNvPr>
          <p:cNvSpPr txBox="1"/>
          <p:nvPr/>
        </p:nvSpPr>
        <p:spPr>
          <a:xfrm>
            <a:off x="721220" y="1563638"/>
            <a:ext cx="334672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根据表达值的真假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切换元素的显示和隐藏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894C062-857C-4C57-9EE1-066EACAA2C4D}"/>
              </a:ext>
            </a:extLst>
          </p:cNvPr>
          <p:cNvGrpSpPr/>
          <p:nvPr/>
        </p:nvGrpSpPr>
        <p:grpSpPr>
          <a:xfrm>
            <a:off x="-6403" y="-25167"/>
            <a:ext cx="9144000" cy="5156438"/>
            <a:chOff x="-6403" y="-25167"/>
            <a:chExt cx="9144000" cy="515643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B208B1F-A371-4804-960E-3AD5F04AAC0A}"/>
                </a:ext>
              </a:extLst>
            </p:cNvPr>
            <p:cNvSpPr/>
            <p:nvPr/>
          </p:nvSpPr>
          <p:spPr>
            <a:xfrm>
              <a:off x="-6403" y="-25167"/>
              <a:ext cx="9144000" cy="5156438"/>
            </a:xfrm>
            <a:prstGeom prst="rect">
              <a:avLst/>
            </a:prstGeom>
            <a:solidFill>
              <a:schemeClr val="tx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标题占位符 1">
              <a:extLst>
                <a:ext uri="{FF2B5EF4-FFF2-40B4-BE49-F238E27FC236}">
                  <a16:creationId xmlns:a16="http://schemas.microsoft.com/office/drawing/2014/main" id="{F5477AA4-8863-4CB2-8DCC-E0C943580F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0393" y="1959844"/>
              <a:ext cx="5383213" cy="809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lvl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广告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9991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3E749766-BD97-4F70-95A6-C3D8B15C5E8E}"/>
              </a:ext>
            </a:extLst>
          </p:cNvPr>
          <p:cNvSpPr txBox="1"/>
          <p:nvPr/>
        </p:nvSpPr>
        <p:spPr>
          <a:xfrm>
            <a:off x="721220" y="1563638"/>
            <a:ext cx="334672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根据表达值的真假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切换元素的显示和隐藏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52C0365-03E1-4CAA-83CF-55337A6B4B17}"/>
              </a:ext>
            </a:extLst>
          </p:cNvPr>
          <p:cNvGrpSpPr/>
          <p:nvPr/>
        </p:nvGrpSpPr>
        <p:grpSpPr>
          <a:xfrm>
            <a:off x="-3523" y="0"/>
            <a:ext cx="9144000" cy="5156438"/>
            <a:chOff x="0" y="0"/>
            <a:chExt cx="9144000" cy="515643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3E1F2A8-B0B7-40CC-827F-85FF4B90A247}"/>
                </a:ext>
              </a:extLst>
            </p:cNvPr>
            <p:cNvSpPr/>
            <p:nvPr/>
          </p:nvSpPr>
          <p:spPr>
            <a:xfrm>
              <a:off x="0" y="0"/>
              <a:ext cx="9144000" cy="5156438"/>
            </a:xfrm>
            <a:prstGeom prst="rect">
              <a:avLst/>
            </a:prstGeom>
            <a:solidFill>
              <a:schemeClr val="tx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标题占位符 1">
              <a:extLst>
                <a:ext uri="{FF2B5EF4-FFF2-40B4-BE49-F238E27FC236}">
                  <a16:creationId xmlns:a16="http://schemas.microsoft.com/office/drawing/2014/main" id="{65FD20BC-A917-4EBF-B699-92CCB2F493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0393" y="1959844"/>
              <a:ext cx="5383213" cy="809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lvl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遮罩层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4760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683568" y="2283718"/>
            <a:ext cx="3528392" cy="52322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E4BE0CA-894C-4636-90D3-2A1AE821D844}"/>
              </a:ext>
            </a:extLst>
          </p:cNvPr>
          <p:cNvSpPr/>
          <p:nvPr/>
        </p:nvSpPr>
        <p:spPr>
          <a:xfrm>
            <a:off x="4572000" y="2283718"/>
            <a:ext cx="3456384" cy="147732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1EDC4F4C-A0C0-400D-881F-74F1E624F2B4}"/>
              </a:ext>
            </a:extLst>
          </p:cNvPr>
          <p:cNvSpPr txBox="1"/>
          <p:nvPr/>
        </p:nvSpPr>
        <p:spPr>
          <a:xfrm>
            <a:off x="721220" y="1563638"/>
            <a:ext cx="334672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根据表达值的真假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切换元素的显示和隐藏</a:t>
            </a:r>
          </a:p>
        </p:txBody>
      </p:sp>
    </p:spTree>
    <p:extLst>
      <p:ext uri="{BB962C8B-B14F-4D97-AF65-F5344CB8AC3E}">
        <p14:creationId xmlns:p14="http://schemas.microsoft.com/office/powerpoint/2010/main" val="4050186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6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683568" y="2283718"/>
            <a:ext cx="3600400" cy="73866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C8E74C-BBFE-4287-87B7-67B5ED9058CB}"/>
              </a:ext>
            </a:extLst>
          </p:cNvPr>
          <p:cNvSpPr/>
          <p:nvPr/>
        </p:nvSpPr>
        <p:spPr>
          <a:xfrm>
            <a:off x="4572000" y="2283718"/>
            <a:ext cx="3456384" cy="147732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B664FF-DC16-4DB5-A02F-BDF75AB8DCF7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E8EB9EF1-2000-4369-BEA9-65FB6B6C18FF}"/>
              </a:ext>
            </a:extLst>
          </p:cNvPr>
          <p:cNvSpPr txBox="1"/>
          <p:nvPr/>
        </p:nvSpPr>
        <p:spPr>
          <a:xfrm>
            <a:off x="721220" y="1563638"/>
            <a:ext cx="334672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根据表达值的真假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切换元素的显示和隐藏</a:t>
            </a:r>
          </a:p>
        </p:txBody>
      </p:sp>
    </p:spTree>
    <p:extLst>
      <p:ext uri="{BB962C8B-B14F-4D97-AF65-F5344CB8AC3E}">
        <p14:creationId xmlns:p14="http://schemas.microsoft.com/office/powerpoint/2010/main" val="754428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683568" y="2283718"/>
            <a:ext cx="3600400" cy="73866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 v-show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“"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C8E74C-BBFE-4287-87B7-67B5ED9058CB}"/>
              </a:ext>
            </a:extLst>
          </p:cNvPr>
          <p:cNvSpPr/>
          <p:nvPr/>
        </p:nvSpPr>
        <p:spPr>
          <a:xfrm>
            <a:off x="4572000" y="2283718"/>
            <a:ext cx="3456384" cy="147732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B664FF-DC16-4DB5-A02F-BDF75AB8DCF7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E8EB9EF1-2000-4369-BEA9-65FB6B6C18FF}"/>
              </a:ext>
            </a:extLst>
          </p:cNvPr>
          <p:cNvSpPr txBox="1"/>
          <p:nvPr/>
        </p:nvSpPr>
        <p:spPr>
          <a:xfrm>
            <a:off x="721220" y="1563638"/>
            <a:ext cx="334672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根据表达值的真假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切换元素的显示和隐藏</a:t>
            </a:r>
          </a:p>
        </p:txBody>
      </p:sp>
    </p:spTree>
    <p:extLst>
      <p:ext uri="{BB962C8B-B14F-4D97-AF65-F5344CB8AC3E}">
        <p14:creationId xmlns:p14="http://schemas.microsoft.com/office/powerpoint/2010/main" val="2055457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683568" y="2283718"/>
            <a:ext cx="3600400" cy="73866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v-show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"true"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C8E74C-BBFE-4287-87B7-67B5ED9058CB}"/>
              </a:ext>
            </a:extLst>
          </p:cNvPr>
          <p:cNvSpPr/>
          <p:nvPr/>
        </p:nvSpPr>
        <p:spPr>
          <a:xfrm>
            <a:off x="4572000" y="2283718"/>
            <a:ext cx="3456384" cy="147732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B664FF-DC16-4DB5-A02F-BDF75AB8DCF7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E8EB9EF1-2000-4369-BEA9-65FB6B6C18FF}"/>
              </a:ext>
            </a:extLst>
          </p:cNvPr>
          <p:cNvSpPr txBox="1"/>
          <p:nvPr/>
        </p:nvSpPr>
        <p:spPr>
          <a:xfrm>
            <a:off x="721220" y="1563638"/>
            <a:ext cx="334672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根据表达值的真假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切换元素的显示和隐藏</a:t>
            </a:r>
          </a:p>
        </p:txBody>
      </p:sp>
    </p:spTree>
    <p:extLst>
      <p:ext uri="{BB962C8B-B14F-4D97-AF65-F5344CB8AC3E}">
        <p14:creationId xmlns:p14="http://schemas.microsoft.com/office/powerpoint/2010/main" val="3849822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683568" y="2283718"/>
            <a:ext cx="3600400" cy="73866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v-show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"true"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C8E74C-BBFE-4287-87B7-67B5ED9058CB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	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isShow:true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B664FF-DC16-4DB5-A02F-BDF75AB8DCF7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E8EB9EF1-2000-4369-BEA9-65FB6B6C18FF}"/>
              </a:ext>
            </a:extLst>
          </p:cNvPr>
          <p:cNvSpPr txBox="1"/>
          <p:nvPr/>
        </p:nvSpPr>
        <p:spPr>
          <a:xfrm>
            <a:off x="721220" y="1563638"/>
            <a:ext cx="334672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根据表达值的真假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切换元素的显示和隐藏</a:t>
            </a:r>
          </a:p>
        </p:txBody>
      </p:sp>
    </p:spTree>
    <p:extLst>
      <p:ext uri="{BB962C8B-B14F-4D97-AF65-F5344CB8AC3E}">
        <p14:creationId xmlns:p14="http://schemas.microsoft.com/office/powerpoint/2010/main" val="113034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683568" y="2283718"/>
            <a:ext cx="3600400" cy="954107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v-show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"true"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      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v-show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“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isShow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C8E74C-BBFE-4287-87B7-67B5ED9058CB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	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isShow:true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B664FF-DC16-4DB5-A02F-BDF75AB8DCF7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E8EB9EF1-2000-4369-BEA9-65FB6B6C18FF}"/>
              </a:ext>
            </a:extLst>
          </p:cNvPr>
          <p:cNvSpPr txBox="1"/>
          <p:nvPr/>
        </p:nvSpPr>
        <p:spPr>
          <a:xfrm>
            <a:off x="721220" y="1563638"/>
            <a:ext cx="334672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根据表达值的真假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切换元素的显示和隐藏</a:t>
            </a:r>
          </a:p>
        </p:txBody>
      </p:sp>
    </p:spTree>
    <p:extLst>
      <p:ext uri="{BB962C8B-B14F-4D97-AF65-F5344CB8AC3E}">
        <p14:creationId xmlns:p14="http://schemas.microsoft.com/office/powerpoint/2010/main" val="69515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683568" y="2283718"/>
            <a:ext cx="3600400" cy="954107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v-show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"true"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      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v-show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“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isShow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C8E74C-BBFE-4287-87B7-67B5ED9058CB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	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isShow:false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B664FF-DC16-4DB5-A02F-BDF75AB8DCF7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E8EB9EF1-2000-4369-BEA9-65FB6B6C18FF}"/>
              </a:ext>
            </a:extLst>
          </p:cNvPr>
          <p:cNvSpPr txBox="1"/>
          <p:nvPr/>
        </p:nvSpPr>
        <p:spPr>
          <a:xfrm>
            <a:off x="721220" y="1563638"/>
            <a:ext cx="334672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根据表达值的真假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切换元素的显示和隐藏</a:t>
            </a:r>
          </a:p>
        </p:txBody>
      </p:sp>
    </p:spTree>
    <p:extLst>
      <p:ext uri="{BB962C8B-B14F-4D97-AF65-F5344CB8AC3E}">
        <p14:creationId xmlns:p14="http://schemas.microsoft.com/office/powerpoint/2010/main" val="1820526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683568" y="2283718"/>
            <a:ext cx="3600400" cy="954107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v-show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"true"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      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v-show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“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isShow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C8E74C-BBFE-4287-87B7-67B5ED9058CB}"/>
              </a:ext>
            </a:extLst>
          </p:cNvPr>
          <p:cNvSpPr/>
          <p:nvPr/>
        </p:nvSpPr>
        <p:spPr>
          <a:xfrm>
            <a:off x="4572000" y="2283718"/>
            <a:ext cx="3456384" cy="2031325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	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isShow:false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	age:16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B664FF-DC16-4DB5-A02F-BDF75AB8DCF7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E8EB9EF1-2000-4369-BEA9-65FB6B6C18FF}"/>
              </a:ext>
            </a:extLst>
          </p:cNvPr>
          <p:cNvSpPr txBox="1"/>
          <p:nvPr/>
        </p:nvSpPr>
        <p:spPr>
          <a:xfrm>
            <a:off x="721220" y="1563638"/>
            <a:ext cx="334672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根据表达值的真假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切换元素的显示和隐藏</a:t>
            </a:r>
          </a:p>
        </p:txBody>
      </p:sp>
    </p:spTree>
    <p:extLst>
      <p:ext uri="{BB962C8B-B14F-4D97-AF65-F5344CB8AC3E}">
        <p14:creationId xmlns:p14="http://schemas.microsoft.com/office/powerpoint/2010/main" val="437915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19D89B5-911A-42D2-9A53-A642BA9D4D61}"/>
              </a:ext>
            </a:extLst>
          </p:cNvPr>
          <p:cNvSpPr/>
          <p:nvPr/>
        </p:nvSpPr>
        <p:spPr>
          <a:xfrm>
            <a:off x="683568" y="2283718"/>
            <a:ext cx="3600400" cy="116955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v-show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"true"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      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v-show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“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isShow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      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v-show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“age&gt;=18"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C8E74C-BBFE-4287-87B7-67B5ED9058CB}"/>
              </a:ext>
            </a:extLst>
          </p:cNvPr>
          <p:cNvSpPr/>
          <p:nvPr/>
        </p:nvSpPr>
        <p:spPr>
          <a:xfrm>
            <a:off x="4572000" y="2283718"/>
            <a:ext cx="3456384" cy="2031325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	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isShow:false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	age:16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B664FF-DC16-4DB5-A02F-BDF75AB8DCF7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E8EB9EF1-2000-4369-BEA9-65FB6B6C18FF}"/>
              </a:ext>
            </a:extLst>
          </p:cNvPr>
          <p:cNvSpPr txBox="1"/>
          <p:nvPr/>
        </p:nvSpPr>
        <p:spPr>
          <a:xfrm>
            <a:off x="721220" y="1563638"/>
            <a:ext cx="334672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根据表达值的真假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切换元素的显示和隐藏</a:t>
            </a:r>
          </a:p>
        </p:txBody>
      </p:sp>
    </p:spTree>
    <p:extLst>
      <p:ext uri="{BB962C8B-B14F-4D97-AF65-F5344CB8AC3E}">
        <p14:creationId xmlns:p14="http://schemas.microsoft.com/office/powerpoint/2010/main" val="3057786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0C607-6D1B-4E1A-88A6-020C0B280359}"/>
              </a:ext>
            </a:extLst>
          </p:cNvPr>
          <p:cNvSpPr txBox="1"/>
          <p:nvPr/>
        </p:nvSpPr>
        <p:spPr>
          <a:xfrm>
            <a:off x="3433925" y="1491630"/>
            <a:ext cx="4450436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srgbClr val="28384B"/>
                </a:solidFill>
                <a:latin typeface="HelveticaNeue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v-show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指令的作用是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根据真假切换元素的显示状态</a:t>
            </a:r>
            <a:endParaRPr lang="en-US" altLang="zh-CN" sz="1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B81A0DFD-E1E2-4E5E-81E6-3B07E1DF60E9}"/>
              </a:ext>
            </a:extLst>
          </p:cNvPr>
          <p:cNvSpPr txBox="1"/>
          <p:nvPr/>
        </p:nvSpPr>
        <p:spPr>
          <a:xfrm>
            <a:off x="3433925" y="1912080"/>
            <a:ext cx="5458552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原理是修改元素的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display,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实现显示隐藏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360BD8FC-0B07-4293-A23B-676226CC62AD}"/>
              </a:ext>
            </a:extLst>
          </p:cNvPr>
          <p:cNvSpPr txBox="1"/>
          <p:nvPr/>
        </p:nvSpPr>
        <p:spPr>
          <a:xfrm>
            <a:off x="3433925" y="2401978"/>
            <a:ext cx="4319587" cy="458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指令后面的内容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最终都会解析为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布尔值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C01BFD-A686-4D8E-A0F4-5071E661095A}"/>
              </a:ext>
            </a:extLst>
          </p:cNvPr>
          <p:cNvSpPr/>
          <p:nvPr/>
        </p:nvSpPr>
        <p:spPr bwMode="auto">
          <a:xfrm>
            <a:off x="539552" y="2357609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0953ED-223E-4889-95A8-EBB3C621D7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29545" y="1709536"/>
            <a:ext cx="558450" cy="648073"/>
          </a:xfrm>
          <a:prstGeom prst="rect">
            <a:avLst/>
          </a:prstGeo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AD2BA062-F0D3-4BE3-A343-94BC97D5D658}"/>
              </a:ext>
            </a:extLst>
          </p:cNvPr>
          <p:cNvSpPr txBox="1"/>
          <p:nvPr/>
        </p:nvSpPr>
        <p:spPr>
          <a:xfrm>
            <a:off x="3433925" y="2863162"/>
            <a:ext cx="524252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zh-CN" sz="1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0" lang="zh-CN" altLang="en-US" sz="1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值为</a:t>
            </a:r>
            <a:r>
              <a:rPr kumimoji="0" lang="en-US" altLang="zh-CN" sz="1400" b="0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true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元素显示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值为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false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元素隐藏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6B29D380-F68A-4599-B94C-CBB8BBDB309C}"/>
              </a:ext>
            </a:extLst>
          </p:cNvPr>
          <p:cNvSpPr txBox="1"/>
          <p:nvPr/>
        </p:nvSpPr>
        <p:spPr>
          <a:xfrm>
            <a:off x="3435099" y="3296641"/>
            <a:ext cx="5225944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数据改变之后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对应元素的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显示状态会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同步更新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6024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  <p:bldP spid="10" grpId="0"/>
      <p:bldP spid="15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2644033" y="2794930"/>
            <a:ext cx="1360520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1484010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058D203-DA32-472A-9C8E-937F6FA55C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276504" y="2131019"/>
            <a:ext cx="558450" cy="64807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7FDE50A-C1B7-40DB-A115-C85938957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388" y="636693"/>
            <a:ext cx="3151476" cy="237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52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2644033" y="2794930"/>
            <a:ext cx="1360520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1484010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058D203-DA32-472A-9C8E-937F6FA55C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1433479" y="2146857"/>
            <a:ext cx="558450" cy="64807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7FDE50A-C1B7-40DB-A115-C85938957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388" y="636693"/>
            <a:ext cx="3151476" cy="237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99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3E749766-BD97-4F70-95A6-C3D8B15C5E8E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根据表达值的真假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切换元素的显示和隐藏</a:t>
            </a:r>
          </a:p>
        </p:txBody>
      </p:sp>
    </p:spTree>
    <p:extLst>
      <p:ext uri="{BB962C8B-B14F-4D97-AF65-F5344CB8AC3E}">
        <p14:creationId xmlns:p14="http://schemas.microsoft.com/office/powerpoint/2010/main" val="1652546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3E749766-BD97-4F70-95A6-C3D8B15C5E8E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根据表达值的真假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切换元素的显示和隐藏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操纵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dom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元素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1308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3E749766-BD97-4F70-95A6-C3D8B15C5E8E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根据表达值的真假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切换元素的显示和隐藏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操纵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dom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元素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52322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47732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877181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3E749766-BD97-4F70-95A6-C3D8B15C5E8E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根据表达值的真假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切换元素的显示和隐藏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操纵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dom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元素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73866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&lt;p&gt;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我是一个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p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标签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&lt;/p&gt;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47732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124171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3E749766-BD97-4F70-95A6-C3D8B15C5E8E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根据表达值的真假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切换元素的显示和隐藏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操纵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dom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元素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73866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&lt;p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v-if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"true"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我是一个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p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标签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&lt;/p&gt;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47732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295410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3E749766-BD97-4F70-95A6-C3D8B15C5E8E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根据表达值的真假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切换元素的显示和隐藏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操纵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dom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元素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73866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&lt;p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v-if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"true"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我是一个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p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标签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&lt;/p&gt;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	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isShow:</a:t>
            </a:r>
            <a:r>
              <a:rPr lang="en-US" altLang="zh-CN" dirty="0" err="1">
                <a:solidFill>
                  <a:srgbClr val="FF9940"/>
                </a:solidFill>
                <a:latin typeface="Menlo"/>
              </a:rPr>
              <a:t>false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944428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3E749766-BD97-4F70-95A6-C3D8B15C5E8E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根据表达值的真假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切换元素的显示和隐藏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操纵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dom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元素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954107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&lt;p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v-if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"true"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我是一个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p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标签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&lt;/p&gt;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&lt;p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v-if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“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isShow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我是一个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p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标签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&lt;/p&gt;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	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isShow:</a:t>
            </a:r>
            <a:r>
              <a:rPr lang="en-US" altLang="zh-CN" dirty="0" err="1">
                <a:solidFill>
                  <a:srgbClr val="FF9940"/>
                </a:solidFill>
                <a:latin typeface="Menlo"/>
              </a:rPr>
              <a:t>false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376098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3E749766-BD97-4F70-95A6-C3D8B15C5E8E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根据表达值的真假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切换元素的显示和隐藏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操纵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dom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元素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116955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&lt;p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v-if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"true"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我是一个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p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标签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&lt;/p&gt;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&lt;p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v-if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isShow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我是一个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p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标签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&lt;/p&gt;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&lt;p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v-if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表达式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我是一个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p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标签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&lt;/p&gt;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	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isShow:</a:t>
            </a:r>
            <a:r>
              <a:rPr lang="en-US" altLang="zh-CN" dirty="0" err="1">
                <a:solidFill>
                  <a:srgbClr val="FF9940"/>
                </a:solidFill>
                <a:latin typeface="Menlo"/>
              </a:rPr>
              <a:t>false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361989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0C607-6D1B-4E1A-88A6-020C0B280359}"/>
              </a:ext>
            </a:extLst>
          </p:cNvPr>
          <p:cNvSpPr txBox="1"/>
          <p:nvPr/>
        </p:nvSpPr>
        <p:spPr>
          <a:xfrm>
            <a:off x="3433924" y="1635646"/>
            <a:ext cx="5280517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srgbClr val="28384B"/>
                </a:solidFill>
                <a:latin typeface="HelveticaNeue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v-if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指令的作用是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根据表达式的真假切换元素的显示状态</a:t>
            </a:r>
            <a:endParaRPr lang="en-US" altLang="zh-CN" sz="1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B81A0DFD-E1E2-4E5E-81E6-3B07E1DF60E9}"/>
              </a:ext>
            </a:extLst>
          </p:cNvPr>
          <p:cNvSpPr txBox="1"/>
          <p:nvPr/>
        </p:nvSpPr>
        <p:spPr>
          <a:xfrm>
            <a:off x="3433925" y="2056096"/>
            <a:ext cx="5458552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本质是通过操纵</a:t>
            </a:r>
            <a:r>
              <a:rPr lang="en-US" altLang="zh-CN" sz="1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dom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元素来切换显示状态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360BD8FC-0B07-4293-A23B-676226CC62AD}"/>
              </a:ext>
            </a:extLst>
          </p:cNvPr>
          <p:cNvSpPr txBox="1"/>
          <p:nvPr/>
        </p:nvSpPr>
        <p:spPr>
          <a:xfrm>
            <a:off x="3433925" y="2545994"/>
            <a:ext cx="567457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表达式的值为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true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元素存在于</a:t>
            </a:r>
            <a:r>
              <a:rPr lang="en-US" altLang="zh-CN" sz="1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dom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树中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false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en-US" altLang="zh-CN" sz="1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dom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树中移除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C01BFD-A686-4D8E-A0F4-5071E661095A}"/>
              </a:ext>
            </a:extLst>
          </p:cNvPr>
          <p:cNvSpPr/>
          <p:nvPr/>
        </p:nvSpPr>
        <p:spPr bwMode="auto">
          <a:xfrm>
            <a:off x="539552" y="2357609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0953ED-223E-4889-95A8-EBB3C621D7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29545" y="1709536"/>
            <a:ext cx="558450" cy="648073"/>
          </a:xfrm>
          <a:prstGeom prst="rect">
            <a:avLst/>
          </a:prstGeo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AD2BA062-F0D3-4BE3-A343-94BC97D5D658}"/>
              </a:ext>
            </a:extLst>
          </p:cNvPr>
          <p:cNvSpPr txBox="1"/>
          <p:nvPr/>
        </p:nvSpPr>
        <p:spPr>
          <a:xfrm>
            <a:off x="3433925" y="3007178"/>
            <a:ext cx="524252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频繁的切换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v-show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反之使用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v-if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前者的切换消耗小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8649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  <p:bldP spid="10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2644033" y="2794930"/>
            <a:ext cx="1360520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1484010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058D203-DA32-472A-9C8E-937F6FA55C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1433479" y="2146857"/>
            <a:ext cx="558450" cy="64807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7FDE50A-C1B7-40DB-A115-C85938957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388" y="636693"/>
            <a:ext cx="3151476" cy="237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412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2644033" y="2794930"/>
            <a:ext cx="1360520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1484010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058D203-DA32-472A-9C8E-937F6FA55C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2608399" y="2146857"/>
            <a:ext cx="558450" cy="64807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7FDE50A-C1B7-40DB-A115-C85938957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388" y="636693"/>
            <a:ext cx="3151476" cy="237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448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3E749766-BD97-4F70-95A6-C3D8B15C5E8E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设置元素的属性</a:t>
            </a:r>
          </a:p>
        </p:txBody>
      </p:sp>
    </p:spTree>
    <p:extLst>
      <p:ext uri="{BB962C8B-B14F-4D97-AF65-F5344CB8AC3E}">
        <p14:creationId xmlns:p14="http://schemas.microsoft.com/office/powerpoint/2010/main" val="3813783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TextBox 35">
            <a:extLst>
              <a:ext uri="{FF2B5EF4-FFF2-40B4-BE49-F238E27FC236}">
                <a16:creationId xmlns:a16="http://schemas.microsoft.com/office/drawing/2014/main" id="{F88D8C99-390C-4559-88DE-38E4A53D4F81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设置元素的属性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title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class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7177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52322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47732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设置元素的属性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title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class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68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52322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47732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设置元素的属性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title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class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DCAADA-4768-4176-920B-8B168CC9556F}"/>
              </a:ext>
            </a:extLst>
          </p:cNvPr>
          <p:cNvSpPr/>
          <p:nvPr/>
        </p:nvSpPr>
        <p:spPr>
          <a:xfrm>
            <a:off x="0" y="0"/>
            <a:ext cx="9144000" cy="5156438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标题占位符 1">
            <a:extLst>
              <a:ext uri="{FF2B5EF4-FFF2-40B4-BE49-F238E27FC236}">
                <a16:creationId xmlns:a16="http://schemas.microsoft.com/office/drawing/2014/main" id="{93A49BF4-D72B-4FEB-B2EB-9825698E2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6870" y="1959844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v-bind: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属性名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</a:p>
        </p:txBody>
      </p:sp>
    </p:spTree>
    <p:extLst>
      <p:ext uri="{BB962C8B-B14F-4D97-AF65-F5344CB8AC3E}">
        <p14:creationId xmlns:p14="http://schemas.microsoft.com/office/powerpoint/2010/main" val="4180852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52322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47732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设置元素的属性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title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class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DCAADA-4768-4176-920B-8B168CC9556F}"/>
              </a:ext>
            </a:extLst>
          </p:cNvPr>
          <p:cNvSpPr/>
          <p:nvPr/>
        </p:nvSpPr>
        <p:spPr>
          <a:xfrm>
            <a:off x="0" y="0"/>
            <a:ext cx="9144000" cy="5156438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标题占位符 1">
            <a:extLst>
              <a:ext uri="{FF2B5EF4-FFF2-40B4-BE49-F238E27FC236}">
                <a16:creationId xmlns:a16="http://schemas.microsoft.com/office/drawing/2014/main" id="{93A49BF4-D72B-4FEB-B2EB-9825698E2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6870" y="1959844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v-bind: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属性名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</a:p>
        </p:txBody>
      </p:sp>
    </p:spTree>
    <p:extLst>
      <p:ext uri="{BB962C8B-B14F-4D97-AF65-F5344CB8AC3E}">
        <p14:creationId xmlns:p14="http://schemas.microsoft.com/office/powerpoint/2010/main" val="4152556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73866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47732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8656FA6B-9974-4798-83BE-B71419EAB04A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设置元素的属性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title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class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2770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73866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8656FA6B-9974-4798-83BE-B71419EAB04A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设置元素的属性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title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class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608450-DC95-40C0-8866-7715508BC46E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imgSrc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图片地址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   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447391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73866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v-bind:src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 "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imgSrc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8656FA6B-9974-4798-83BE-B71419EAB04A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设置元素的属性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title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class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608450-DC95-40C0-8866-7715508BC46E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imgSrc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图片地址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   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9353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73866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v-bind:src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 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imgSrc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 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2031325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imgSrc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图片地址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imgTitle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黑马程序员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   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8656FA6B-9974-4798-83BE-B71419EAB04A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设置元素的属性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title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class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6417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954107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v-bind:src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 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imgSrc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 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v-bind:title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imgtitle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+’!!!!’"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2031325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imgSrc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图片地址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imgTitle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黑马程序员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   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8656FA6B-9974-4798-83BE-B71419EAB04A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设置元素的属性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title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class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3242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116955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v-bind:src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 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imgSrc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 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v-bind:title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imgtitle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+’!!!!’"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class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"active"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2031325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imgSrc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图片地址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imgTitle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黑马程序员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endParaRPr lang="en-US" altLang="zh-CN" dirty="0">
              <a:solidFill>
                <a:srgbClr val="6C7680"/>
              </a:solidFill>
              <a:latin typeface="Menlo"/>
            </a:endParaRP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   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8656FA6B-9974-4798-83BE-B71419EAB04A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设置元素的属性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title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class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4065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116955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v-bind:src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 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imgSrc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 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v-bind:title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imgtitle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+’!!!!’"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class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"active"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230832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imgSrc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图片地址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imgTitle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黑马程序员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isActive:</a:t>
            </a:r>
            <a:r>
              <a:rPr lang="en-US" altLang="zh-CN" dirty="0" err="1">
                <a:solidFill>
                  <a:srgbClr val="FF9940"/>
                </a:solidFill>
                <a:latin typeface="Menlo"/>
              </a:rPr>
              <a:t>false</a:t>
            </a:r>
            <a:endParaRPr lang="en-US" altLang="zh-CN" dirty="0">
              <a:solidFill>
                <a:srgbClr val="6C7680"/>
              </a:solidFill>
              <a:latin typeface="Menlo"/>
            </a:endParaRP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   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8656FA6B-9974-4798-83BE-B71419EAB04A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设置元素的属性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title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class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1951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116955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v-bind:src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 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imgSrc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 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v-bind:title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imgtitle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+’!!!!’"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v-bind:class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isActive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?'active':''"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230832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imgSrc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图片地址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imgTitle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黑马程序员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isActive:</a:t>
            </a:r>
            <a:r>
              <a:rPr lang="en-US" altLang="zh-CN" dirty="0" err="1">
                <a:solidFill>
                  <a:srgbClr val="FF9940"/>
                </a:solidFill>
                <a:latin typeface="Menlo"/>
              </a:rPr>
              <a:t>false</a:t>
            </a:r>
            <a:endParaRPr lang="en-US" altLang="zh-CN" dirty="0">
              <a:solidFill>
                <a:srgbClr val="6C7680"/>
              </a:solidFill>
              <a:latin typeface="Menlo"/>
            </a:endParaRP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   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8656FA6B-9974-4798-83BE-B71419EAB04A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设置元素的属性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title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class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4143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1384995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v-bind:src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 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imgSrc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 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v-bind:title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imgtitle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+’!!!!’"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v-bind:class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isActive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?'active':‘’”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v-bind:class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"{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active:isActive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}"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230832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imgSrc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图片地址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imgTitle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黑马程序员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isActive:</a:t>
            </a:r>
            <a:r>
              <a:rPr lang="en-US" altLang="zh-CN" dirty="0" err="1">
                <a:solidFill>
                  <a:srgbClr val="FF9940"/>
                </a:solidFill>
                <a:latin typeface="Menlo"/>
              </a:rPr>
              <a:t>false</a:t>
            </a:r>
            <a:endParaRPr lang="en-US" altLang="zh-CN" dirty="0">
              <a:solidFill>
                <a:srgbClr val="6C7680"/>
              </a:solidFill>
              <a:latin typeface="Menlo"/>
            </a:endParaRP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   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8656FA6B-9974-4798-83BE-B71419EAB04A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设置元素的属性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title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class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0394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1384995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: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 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imgSrc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 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:title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imgtitle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+’!!!!’"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:class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isActive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?'active':‘’”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:class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"{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active:isActive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}"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230832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data:{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imgSrc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图片地址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imgTitle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黑马程序员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isActive:</a:t>
            </a:r>
            <a:r>
              <a:rPr lang="en-US" altLang="zh-CN" dirty="0" err="1">
                <a:solidFill>
                  <a:srgbClr val="FF9940"/>
                </a:solidFill>
                <a:latin typeface="Menlo"/>
              </a:rPr>
              <a:t>false</a:t>
            </a:r>
            <a:endParaRPr lang="en-US" altLang="zh-CN" dirty="0">
              <a:solidFill>
                <a:srgbClr val="6C7680"/>
              </a:solidFill>
              <a:latin typeface="Menlo"/>
            </a:endParaRPr>
          </a:p>
          <a:p>
            <a:pPr lvl="1"/>
            <a:r>
              <a:rPr lang="en-US" altLang="zh-CN" dirty="0">
                <a:solidFill>
                  <a:srgbClr val="6C7680"/>
                </a:solidFill>
                <a:latin typeface="Menlo"/>
              </a:rPr>
              <a:t>   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  <a:endParaRPr lang="en-US" altLang="zh-CN" b="0" dirty="0">
              <a:solidFill>
                <a:srgbClr val="6C7680"/>
              </a:solidFill>
              <a:effectLst/>
              <a:latin typeface="Menlo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8656FA6B-9974-4798-83BE-B71419EAB04A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设置元素的属性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title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2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class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3120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0C607-6D1B-4E1A-88A6-020C0B280359}"/>
              </a:ext>
            </a:extLst>
          </p:cNvPr>
          <p:cNvSpPr txBox="1"/>
          <p:nvPr/>
        </p:nvSpPr>
        <p:spPr>
          <a:xfrm>
            <a:off x="3433924" y="1635646"/>
            <a:ext cx="5280517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srgbClr val="28384B"/>
                </a:solidFill>
                <a:latin typeface="HelveticaNeue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v-bind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指令的作用是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为元素绑定属性</a:t>
            </a:r>
            <a:endParaRPr lang="en-US" altLang="zh-CN" sz="1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B81A0DFD-E1E2-4E5E-81E6-3B07E1DF60E9}"/>
              </a:ext>
            </a:extLst>
          </p:cNvPr>
          <p:cNvSpPr txBox="1"/>
          <p:nvPr/>
        </p:nvSpPr>
        <p:spPr>
          <a:xfrm>
            <a:off x="3433925" y="2056096"/>
            <a:ext cx="5458552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完整写法是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v-bind: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属性名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360BD8FC-0B07-4293-A23B-676226CC62AD}"/>
              </a:ext>
            </a:extLst>
          </p:cNvPr>
          <p:cNvSpPr txBox="1"/>
          <p:nvPr/>
        </p:nvSpPr>
        <p:spPr>
          <a:xfrm>
            <a:off x="3433925" y="2545994"/>
            <a:ext cx="567457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简写的话可以直接省略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v-bind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只保留 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属性名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C01BFD-A686-4D8E-A0F4-5071E661095A}"/>
              </a:ext>
            </a:extLst>
          </p:cNvPr>
          <p:cNvSpPr/>
          <p:nvPr/>
        </p:nvSpPr>
        <p:spPr bwMode="auto">
          <a:xfrm>
            <a:off x="539552" y="2357609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0953ED-223E-4889-95A8-EBB3C621D7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29545" y="1709536"/>
            <a:ext cx="558450" cy="648073"/>
          </a:xfrm>
          <a:prstGeom prst="rect">
            <a:avLst/>
          </a:prstGeo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AD2BA062-F0D3-4BE3-A343-94BC97D5D658}"/>
              </a:ext>
            </a:extLst>
          </p:cNvPr>
          <p:cNvSpPr txBox="1"/>
          <p:nvPr/>
        </p:nvSpPr>
        <p:spPr>
          <a:xfrm>
            <a:off x="3433925" y="3007178"/>
            <a:ext cx="5458546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zh-CN" sz="1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0" lang="zh-CN" altLang="en-US" sz="1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需要动态的增删</a:t>
            </a:r>
            <a:r>
              <a:rPr kumimoji="0" lang="en-US" altLang="zh-CN" sz="1400" b="0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class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建议使用对象的方式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9566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  <p:bldP spid="10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2644033" y="2794930"/>
            <a:ext cx="1360520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1484010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058D203-DA32-472A-9C8E-937F6FA55C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2608399" y="2146857"/>
            <a:ext cx="558450" cy="64807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159DB07C-F3D0-4A17-A714-C92FC283B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449" y="643019"/>
            <a:ext cx="3110375" cy="234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727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8EFE4E0E-77DA-482C-BFC9-E2D5A5614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449" y="643019"/>
            <a:ext cx="3110375" cy="2345459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2644033" y="2794930"/>
            <a:ext cx="1360520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1484010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058D203-DA32-472A-9C8E-937F6FA55C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5139449" y="2366125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961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491225F-EC29-42BC-B3DB-4F06D63A12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93575" y="315230"/>
            <a:ext cx="455265" cy="52832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CA43164-C5E7-4A38-BE0D-FA46EBCBF5EB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图片切换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7894475-F4D1-4CBC-9C9E-9583E96EFCF9}"/>
              </a:ext>
            </a:extLst>
          </p:cNvPr>
          <p:cNvSpPr/>
          <p:nvPr/>
        </p:nvSpPr>
        <p:spPr>
          <a:xfrm>
            <a:off x="5148064" y="2094649"/>
            <a:ext cx="2520280" cy="116955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zh-CN" altLang="en-US" sz="1400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上一张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下一张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E5B05B-3C84-43ED-B0E8-16CDF5449AE3}"/>
              </a:ext>
            </a:extLst>
          </p:cNvPr>
          <p:cNvSpPr/>
          <p:nvPr/>
        </p:nvSpPr>
        <p:spPr bwMode="auto">
          <a:xfrm>
            <a:off x="4070000" y="2092971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图片数组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2E5307-68D7-4E4E-8D3D-9A8C1836500E}"/>
              </a:ext>
            </a:extLst>
          </p:cNvPr>
          <p:cNvSpPr/>
          <p:nvPr/>
        </p:nvSpPr>
        <p:spPr bwMode="auto">
          <a:xfrm>
            <a:off x="4070000" y="2443099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B734531-B92C-4A41-ABFC-70C3FE289B22}"/>
              </a:ext>
            </a:extLst>
          </p:cNvPr>
          <p:cNvSpPr/>
          <p:nvPr/>
        </p:nvSpPr>
        <p:spPr bwMode="auto">
          <a:xfrm>
            <a:off x="4070000" y="2793227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CADD68-2234-472D-9834-E39302106D88}"/>
              </a:ext>
            </a:extLst>
          </p:cNvPr>
          <p:cNvSpPr/>
          <p:nvPr/>
        </p:nvSpPr>
        <p:spPr bwMode="auto">
          <a:xfrm>
            <a:off x="4067944" y="3143355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9D760F5-97D7-4BF6-B805-911CC9FF7278}"/>
              </a:ext>
            </a:extLst>
          </p:cNvPr>
          <p:cNvSpPr/>
          <p:nvPr/>
        </p:nvSpPr>
        <p:spPr bwMode="auto">
          <a:xfrm>
            <a:off x="4067944" y="3493483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33C516-374E-46BA-89CD-7295BFC8F3F8}"/>
              </a:ext>
            </a:extLst>
          </p:cNvPr>
          <p:cNvSpPr/>
          <p:nvPr/>
        </p:nvSpPr>
        <p:spPr bwMode="auto">
          <a:xfrm>
            <a:off x="4067944" y="3843613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75AE0D0D-F6A2-479C-B0C9-C99A4EB22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576" y="1707654"/>
            <a:ext cx="2994794" cy="225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815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491225F-EC29-42BC-B3DB-4F06D63A12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93575" y="315230"/>
            <a:ext cx="455265" cy="52832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CA43164-C5E7-4A38-BE0D-FA46EBCBF5EB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图片切换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33C516-374E-46BA-89CD-7295BFC8F3F8}"/>
              </a:ext>
            </a:extLst>
          </p:cNvPr>
          <p:cNvSpPr/>
          <p:nvPr/>
        </p:nvSpPr>
        <p:spPr bwMode="auto">
          <a:xfrm>
            <a:off x="3876393" y="3843611"/>
            <a:ext cx="1391213" cy="400470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6912B27-FED6-4D1F-8A0A-6AAFFBE59602}"/>
              </a:ext>
            </a:extLst>
          </p:cNvPr>
          <p:cNvSpPr/>
          <p:nvPr/>
        </p:nvSpPr>
        <p:spPr>
          <a:xfrm>
            <a:off x="5148064" y="2094649"/>
            <a:ext cx="2520280" cy="116955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zh-CN" altLang="en-US" sz="1400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上一张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下一张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545A348-3247-4F62-8080-DEDF16CD7174}"/>
              </a:ext>
            </a:extLst>
          </p:cNvPr>
          <p:cNvSpPr/>
          <p:nvPr/>
        </p:nvSpPr>
        <p:spPr bwMode="auto">
          <a:xfrm>
            <a:off x="4070000" y="2092971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图片数组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97468DA-953B-4ABA-BE20-6266B3973BB9}"/>
              </a:ext>
            </a:extLst>
          </p:cNvPr>
          <p:cNvSpPr/>
          <p:nvPr/>
        </p:nvSpPr>
        <p:spPr bwMode="auto">
          <a:xfrm>
            <a:off x="4070000" y="2443099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9299D8C-9987-42C9-8214-8C7703D14E50}"/>
              </a:ext>
            </a:extLst>
          </p:cNvPr>
          <p:cNvSpPr/>
          <p:nvPr/>
        </p:nvSpPr>
        <p:spPr bwMode="auto">
          <a:xfrm>
            <a:off x="4070000" y="2793227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4C671DA-FA70-4F0D-9571-B84CB7123BE3}"/>
              </a:ext>
            </a:extLst>
          </p:cNvPr>
          <p:cNvSpPr/>
          <p:nvPr/>
        </p:nvSpPr>
        <p:spPr bwMode="auto">
          <a:xfrm>
            <a:off x="4067944" y="3143355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D8A8EF4-2675-450B-9BE8-F0A3BCEC2178}"/>
              </a:ext>
            </a:extLst>
          </p:cNvPr>
          <p:cNvSpPr/>
          <p:nvPr/>
        </p:nvSpPr>
        <p:spPr bwMode="auto">
          <a:xfrm>
            <a:off x="4067944" y="3493483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7745CAC-1EF9-4E41-8743-00AA0DCD9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576" y="1707654"/>
            <a:ext cx="2994794" cy="225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569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491225F-EC29-42BC-B3DB-4F06D63A12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93575" y="315230"/>
            <a:ext cx="455265" cy="52832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CA43164-C5E7-4A38-BE0D-FA46EBCBF5EB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图片切换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33C516-374E-46BA-89CD-7295BFC8F3F8}"/>
              </a:ext>
            </a:extLst>
          </p:cNvPr>
          <p:cNvSpPr/>
          <p:nvPr/>
        </p:nvSpPr>
        <p:spPr bwMode="auto">
          <a:xfrm>
            <a:off x="323528" y="3241364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AEA727-B1F4-4820-B356-F788D3DEBD6E}"/>
              </a:ext>
            </a:extLst>
          </p:cNvPr>
          <p:cNvSpPr/>
          <p:nvPr/>
        </p:nvSpPr>
        <p:spPr>
          <a:xfrm>
            <a:off x="5148064" y="1840852"/>
            <a:ext cx="3456384" cy="147732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739689-1256-4B38-95DB-287E4B495FF7}"/>
              </a:ext>
            </a:extLst>
          </p:cNvPr>
          <p:cNvSpPr/>
          <p:nvPr/>
        </p:nvSpPr>
        <p:spPr>
          <a:xfrm>
            <a:off x="1403648" y="1842530"/>
            <a:ext cx="2520280" cy="116955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zh-CN" altLang="en-US" sz="1400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上一张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下一张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0333589-3C7D-45A6-BD67-E3E36B63CE98}"/>
              </a:ext>
            </a:extLst>
          </p:cNvPr>
          <p:cNvSpPr/>
          <p:nvPr/>
        </p:nvSpPr>
        <p:spPr bwMode="auto">
          <a:xfrm>
            <a:off x="325584" y="1840852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图片数组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06D1449-56F8-4DB6-B614-6B06D76A1012}"/>
              </a:ext>
            </a:extLst>
          </p:cNvPr>
          <p:cNvSpPr/>
          <p:nvPr/>
        </p:nvSpPr>
        <p:spPr bwMode="auto">
          <a:xfrm>
            <a:off x="325584" y="219098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7A99441-30BA-493B-BFDE-C9CCA5B3321D}"/>
              </a:ext>
            </a:extLst>
          </p:cNvPr>
          <p:cNvSpPr/>
          <p:nvPr/>
        </p:nvSpPr>
        <p:spPr bwMode="auto">
          <a:xfrm>
            <a:off x="325584" y="2541108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B7CC8F3-D6B8-4137-8541-21E28F28A3F9}"/>
              </a:ext>
            </a:extLst>
          </p:cNvPr>
          <p:cNvSpPr/>
          <p:nvPr/>
        </p:nvSpPr>
        <p:spPr bwMode="auto">
          <a:xfrm>
            <a:off x="323528" y="2891236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3B7DFD9-579A-437A-A6F4-BBFE14A48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840" y="472542"/>
            <a:ext cx="492014" cy="37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165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491225F-EC29-42BC-B3DB-4F06D63A12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93575" y="315230"/>
            <a:ext cx="455265" cy="52832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CA43164-C5E7-4A38-BE0D-FA46EBCBF5EB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图片切换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AEA727-B1F4-4820-B356-F788D3DEBD6E}"/>
              </a:ext>
            </a:extLst>
          </p:cNvPr>
          <p:cNvSpPr/>
          <p:nvPr/>
        </p:nvSpPr>
        <p:spPr>
          <a:xfrm>
            <a:off x="5148064" y="1840852"/>
            <a:ext cx="3456384" cy="147732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739689-1256-4B38-95DB-287E4B495FF7}"/>
              </a:ext>
            </a:extLst>
          </p:cNvPr>
          <p:cNvSpPr/>
          <p:nvPr/>
        </p:nvSpPr>
        <p:spPr>
          <a:xfrm>
            <a:off x="1403648" y="1842530"/>
            <a:ext cx="2520280" cy="116955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zh-CN" altLang="en-US" sz="1400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上一张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下一张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06D1449-56F8-4DB6-B614-6B06D76A1012}"/>
              </a:ext>
            </a:extLst>
          </p:cNvPr>
          <p:cNvSpPr/>
          <p:nvPr/>
        </p:nvSpPr>
        <p:spPr bwMode="auto">
          <a:xfrm>
            <a:off x="325584" y="219098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7A99441-30BA-493B-BFDE-C9CCA5B3321D}"/>
              </a:ext>
            </a:extLst>
          </p:cNvPr>
          <p:cNvSpPr/>
          <p:nvPr/>
        </p:nvSpPr>
        <p:spPr bwMode="auto">
          <a:xfrm>
            <a:off x="325584" y="2541108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B7CC8F3-D6B8-4137-8541-21E28F28A3F9}"/>
              </a:ext>
            </a:extLst>
          </p:cNvPr>
          <p:cNvSpPr/>
          <p:nvPr/>
        </p:nvSpPr>
        <p:spPr bwMode="auto">
          <a:xfrm>
            <a:off x="323528" y="2891236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C21114B-16F1-4678-8662-B2E9ED38D488}"/>
              </a:ext>
            </a:extLst>
          </p:cNvPr>
          <p:cNvSpPr/>
          <p:nvPr/>
        </p:nvSpPr>
        <p:spPr bwMode="auto">
          <a:xfrm>
            <a:off x="325584" y="1840852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定义图片数组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5124C8-27F4-422B-B9AA-2F6A46C391F3}"/>
              </a:ext>
            </a:extLst>
          </p:cNvPr>
          <p:cNvSpPr/>
          <p:nvPr/>
        </p:nvSpPr>
        <p:spPr bwMode="auto">
          <a:xfrm>
            <a:off x="323528" y="3241364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C17867F-5A03-4146-8C39-8D0554FAB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840" y="472542"/>
            <a:ext cx="492014" cy="37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204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491225F-EC29-42BC-B3DB-4F06D63A12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93575" y="315230"/>
            <a:ext cx="455265" cy="52832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CA43164-C5E7-4A38-BE0D-FA46EBCBF5EB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图片切换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AEA727-B1F4-4820-B356-F788D3DEBD6E}"/>
              </a:ext>
            </a:extLst>
          </p:cNvPr>
          <p:cNvSpPr/>
          <p:nvPr/>
        </p:nvSpPr>
        <p:spPr>
          <a:xfrm>
            <a:off x="5148064" y="1840852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imgArr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:[]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739689-1256-4B38-95DB-287E4B495FF7}"/>
              </a:ext>
            </a:extLst>
          </p:cNvPr>
          <p:cNvSpPr/>
          <p:nvPr/>
        </p:nvSpPr>
        <p:spPr>
          <a:xfrm>
            <a:off x="1403648" y="1842530"/>
            <a:ext cx="2520280" cy="116955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zh-CN" altLang="en-US" sz="1400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上一张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下一张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06D1449-56F8-4DB6-B614-6B06D76A1012}"/>
              </a:ext>
            </a:extLst>
          </p:cNvPr>
          <p:cNvSpPr/>
          <p:nvPr/>
        </p:nvSpPr>
        <p:spPr bwMode="auto">
          <a:xfrm>
            <a:off x="325584" y="219098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7A99441-30BA-493B-BFDE-C9CCA5B3321D}"/>
              </a:ext>
            </a:extLst>
          </p:cNvPr>
          <p:cNvSpPr/>
          <p:nvPr/>
        </p:nvSpPr>
        <p:spPr bwMode="auto">
          <a:xfrm>
            <a:off x="325584" y="2541108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B7CC8F3-D6B8-4137-8541-21E28F28A3F9}"/>
              </a:ext>
            </a:extLst>
          </p:cNvPr>
          <p:cNvSpPr/>
          <p:nvPr/>
        </p:nvSpPr>
        <p:spPr bwMode="auto">
          <a:xfrm>
            <a:off x="323528" y="2891236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36314DE-5D88-4143-92D8-1350535F3DB5}"/>
              </a:ext>
            </a:extLst>
          </p:cNvPr>
          <p:cNvSpPr/>
          <p:nvPr/>
        </p:nvSpPr>
        <p:spPr bwMode="auto">
          <a:xfrm>
            <a:off x="325584" y="1840852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定义图片数组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EF8D78-BDD8-441A-827B-6EA492060F47}"/>
              </a:ext>
            </a:extLst>
          </p:cNvPr>
          <p:cNvSpPr/>
          <p:nvPr/>
        </p:nvSpPr>
        <p:spPr bwMode="auto">
          <a:xfrm>
            <a:off x="323528" y="3241364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40A1792-6FBE-4250-AB56-9B4CEC718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840" y="472542"/>
            <a:ext cx="492014" cy="37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92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491225F-EC29-42BC-B3DB-4F06D63A12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93575" y="315230"/>
            <a:ext cx="455265" cy="52832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CA43164-C5E7-4A38-BE0D-FA46EBCBF5EB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图片切换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AEA727-B1F4-4820-B356-F788D3DEBD6E}"/>
              </a:ext>
            </a:extLst>
          </p:cNvPr>
          <p:cNvSpPr/>
          <p:nvPr/>
        </p:nvSpPr>
        <p:spPr>
          <a:xfrm>
            <a:off x="5148064" y="1840852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imgArr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:[]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739689-1256-4B38-95DB-287E4B495FF7}"/>
              </a:ext>
            </a:extLst>
          </p:cNvPr>
          <p:cNvSpPr/>
          <p:nvPr/>
        </p:nvSpPr>
        <p:spPr>
          <a:xfrm>
            <a:off x="1403648" y="1842530"/>
            <a:ext cx="2520280" cy="116955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zh-CN" altLang="en-US" sz="1400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上一张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下一张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0333589-3C7D-45A6-BD67-E3E36B63CE98}"/>
              </a:ext>
            </a:extLst>
          </p:cNvPr>
          <p:cNvSpPr/>
          <p:nvPr/>
        </p:nvSpPr>
        <p:spPr bwMode="auto">
          <a:xfrm>
            <a:off x="325584" y="1840852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定义图片数组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7A99441-30BA-493B-BFDE-C9CCA5B3321D}"/>
              </a:ext>
            </a:extLst>
          </p:cNvPr>
          <p:cNvSpPr/>
          <p:nvPr/>
        </p:nvSpPr>
        <p:spPr bwMode="auto">
          <a:xfrm>
            <a:off x="325584" y="2541108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B7CC8F3-D6B8-4137-8541-21E28F28A3F9}"/>
              </a:ext>
            </a:extLst>
          </p:cNvPr>
          <p:cNvSpPr/>
          <p:nvPr/>
        </p:nvSpPr>
        <p:spPr bwMode="auto">
          <a:xfrm>
            <a:off x="323528" y="2891236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5A9DFD-2F3C-4CF5-B5AB-AA27861D682A}"/>
              </a:ext>
            </a:extLst>
          </p:cNvPr>
          <p:cNvSpPr/>
          <p:nvPr/>
        </p:nvSpPr>
        <p:spPr bwMode="auto">
          <a:xfrm>
            <a:off x="325584" y="2187745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添加图片索引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ACD8BB-D33F-477E-A1FA-26206F945510}"/>
              </a:ext>
            </a:extLst>
          </p:cNvPr>
          <p:cNvSpPr/>
          <p:nvPr/>
        </p:nvSpPr>
        <p:spPr bwMode="auto">
          <a:xfrm>
            <a:off x="323528" y="3241364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6CD51DE-948A-4676-94E6-EED72F1E6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840" y="472542"/>
            <a:ext cx="492014" cy="37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517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491225F-EC29-42BC-B3DB-4F06D63A12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93575" y="315230"/>
            <a:ext cx="455265" cy="52832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CA43164-C5E7-4A38-BE0D-FA46EBCBF5EB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图片切换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AEA727-B1F4-4820-B356-F788D3DEBD6E}"/>
              </a:ext>
            </a:extLst>
          </p:cNvPr>
          <p:cNvSpPr/>
          <p:nvPr/>
        </p:nvSpPr>
        <p:spPr>
          <a:xfrm>
            <a:off x="5148064" y="1840852"/>
            <a:ext cx="3456384" cy="2031325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imgArr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:[],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index: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0</a:t>
            </a:r>
            <a:endParaRPr lang="en-US" altLang="zh-CN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739689-1256-4B38-95DB-287E4B495FF7}"/>
              </a:ext>
            </a:extLst>
          </p:cNvPr>
          <p:cNvSpPr/>
          <p:nvPr/>
        </p:nvSpPr>
        <p:spPr>
          <a:xfrm>
            <a:off x="1403648" y="1842530"/>
            <a:ext cx="2520280" cy="116955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zh-CN" altLang="en-US" sz="1400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上一张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下一张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0333589-3C7D-45A6-BD67-E3E36B63CE98}"/>
              </a:ext>
            </a:extLst>
          </p:cNvPr>
          <p:cNvSpPr/>
          <p:nvPr/>
        </p:nvSpPr>
        <p:spPr bwMode="auto">
          <a:xfrm>
            <a:off x="325584" y="1840852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定义图片数组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7A99441-30BA-493B-BFDE-C9CCA5B3321D}"/>
              </a:ext>
            </a:extLst>
          </p:cNvPr>
          <p:cNvSpPr/>
          <p:nvPr/>
        </p:nvSpPr>
        <p:spPr bwMode="auto">
          <a:xfrm>
            <a:off x="325584" y="2541108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B7CC8F3-D6B8-4137-8541-21E28F28A3F9}"/>
              </a:ext>
            </a:extLst>
          </p:cNvPr>
          <p:cNvSpPr/>
          <p:nvPr/>
        </p:nvSpPr>
        <p:spPr bwMode="auto">
          <a:xfrm>
            <a:off x="323528" y="2891236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5A9DFD-2F3C-4CF5-B5AB-AA27861D682A}"/>
              </a:ext>
            </a:extLst>
          </p:cNvPr>
          <p:cNvSpPr/>
          <p:nvPr/>
        </p:nvSpPr>
        <p:spPr bwMode="auto">
          <a:xfrm>
            <a:off x="325584" y="2187745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添加图片索引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778551-ECB3-477C-A11F-8BE6A868B5E2}"/>
              </a:ext>
            </a:extLst>
          </p:cNvPr>
          <p:cNvSpPr/>
          <p:nvPr/>
        </p:nvSpPr>
        <p:spPr bwMode="auto">
          <a:xfrm>
            <a:off x="323528" y="3241364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101B53B-8972-42AD-85BA-C7FCEB352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840" y="472542"/>
            <a:ext cx="492014" cy="37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658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491225F-EC29-42BC-B3DB-4F06D63A12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93575" y="315230"/>
            <a:ext cx="455265" cy="52832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CA43164-C5E7-4A38-BE0D-FA46EBCBF5EB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图片切换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AEA727-B1F4-4820-B356-F788D3DEBD6E}"/>
              </a:ext>
            </a:extLst>
          </p:cNvPr>
          <p:cNvSpPr/>
          <p:nvPr/>
        </p:nvSpPr>
        <p:spPr>
          <a:xfrm>
            <a:off x="5148064" y="1840852"/>
            <a:ext cx="3456384" cy="2031325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imgArr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:[],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index: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0</a:t>
            </a:r>
            <a:endParaRPr lang="en-US" altLang="zh-CN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739689-1256-4B38-95DB-287E4B495FF7}"/>
              </a:ext>
            </a:extLst>
          </p:cNvPr>
          <p:cNvSpPr/>
          <p:nvPr/>
        </p:nvSpPr>
        <p:spPr>
          <a:xfrm>
            <a:off x="1403648" y="1842530"/>
            <a:ext cx="2520280" cy="116955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zh-CN" altLang="en-US" sz="1400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上一张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下一张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0333589-3C7D-45A6-BD67-E3E36B63CE98}"/>
              </a:ext>
            </a:extLst>
          </p:cNvPr>
          <p:cNvSpPr/>
          <p:nvPr/>
        </p:nvSpPr>
        <p:spPr bwMode="auto">
          <a:xfrm>
            <a:off x="325584" y="1840852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定义图片数组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B7CC8F3-D6B8-4137-8541-21E28F28A3F9}"/>
              </a:ext>
            </a:extLst>
          </p:cNvPr>
          <p:cNvSpPr/>
          <p:nvPr/>
        </p:nvSpPr>
        <p:spPr bwMode="auto">
          <a:xfrm>
            <a:off x="323528" y="2891236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5A9DFD-2F3C-4CF5-B5AB-AA27861D682A}"/>
              </a:ext>
            </a:extLst>
          </p:cNvPr>
          <p:cNvSpPr/>
          <p:nvPr/>
        </p:nvSpPr>
        <p:spPr bwMode="auto">
          <a:xfrm>
            <a:off x="325584" y="2187745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添加图片索引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F4FF9E-E3CF-45E7-9FDE-DBC82867A40F}"/>
              </a:ext>
            </a:extLst>
          </p:cNvPr>
          <p:cNvSpPr/>
          <p:nvPr/>
        </p:nvSpPr>
        <p:spPr bwMode="auto">
          <a:xfrm>
            <a:off x="339129" y="2537873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</a:t>
            </a:r>
            <a:r>
              <a:rPr lang="en-US" altLang="zh-CN" sz="10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7CEAD1C-58AA-4A6F-A1A2-338F90744169}"/>
              </a:ext>
            </a:extLst>
          </p:cNvPr>
          <p:cNvSpPr/>
          <p:nvPr/>
        </p:nvSpPr>
        <p:spPr bwMode="auto">
          <a:xfrm>
            <a:off x="323528" y="3241364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16357BC-AB4F-4314-8A56-D96466B24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840" y="472542"/>
            <a:ext cx="492014" cy="37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093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491225F-EC29-42BC-B3DB-4F06D63A12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93575" y="315230"/>
            <a:ext cx="455265" cy="52832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CA43164-C5E7-4A38-BE0D-FA46EBCBF5EB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图片切换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AEA727-B1F4-4820-B356-F788D3DEBD6E}"/>
              </a:ext>
            </a:extLst>
          </p:cNvPr>
          <p:cNvSpPr/>
          <p:nvPr/>
        </p:nvSpPr>
        <p:spPr>
          <a:xfrm>
            <a:off x="5148064" y="1840852"/>
            <a:ext cx="3456384" cy="2031325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imgArr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:[],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index: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0</a:t>
            </a:r>
            <a:endParaRPr lang="en-US" altLang="zh-CN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739689-1256-4B38-95DB-287E4B495FF7}"/>
              </a:ext>
            </a:extLst>
          </p:cNvPr>
          <p:cNvSpPr/>
          <p:nvPr/>
        </p:nvSpPr>
        <p:spPr>
          <a:xfrm>
            <a:off x="1403648" y="1842530"/>
            <a:ext cx="2520280" cy="116955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: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imgArr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[index]"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上一张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下一张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0333589-3C7D-45A6-BD67-E3E36B63CE98}"/>
              </a:ext>
            </a:extLst>
          </p:cNvPr>
          <p:cNvSpPr/>
          <p:nvPr/>
        </p:nvSpPr>
        <p:spPr bwMode="auto">
          <a:xfrm>
            <a:off x="325584" y="1840852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定义图片数组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B7CC8F3-D6B8-4137-8541-21E28F28A3F9}"/>
              </a:ext>
            </a:extLst>
          </p:cNvPr>
          <p:cNvSpPr/>
          <p:nvPr/>
        </p:nvSpPr>
        <p:spPr bwMode="auto">
          <a:xfrm>
            <a:off x="323528" y="2891236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5A9DFD-2F3C-4CF5-B5AB-AA27861D682A}"/>
              </a:ext>
            </a:extLst>
          </p:cNvPr>
          <p:cNvSpPr/>
          <p:nvPr/>
        </p:nvSpPr>
        <p:spPr bwMode="auto">
          <a:xfrm>
            <a:off x="325584" y="2187745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添加图片索引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F4FF9E-E3CF-45E7-9FDE-DBC82867A40F}"/>
              </a:ext>
            </a:extLst>
          </p:cNvPr>
          <p:cNvSpPr/>
          <p:nvPr/>
        </p:nvSpPr>
        <p:spPr bwMode="auto">
          <a:xfrm>
            <a:off x="339129" y="2537873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</a:t>
            </a:r>
            <a:r>
              <a:rPr lang="en-US" altLang="zh-CN" sz="10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C7FCE06-D4FD-49BA-A8AD-387936BFD0AF}"/>
              </a:ext>
            </a:extLst>
          </p:cNvPr>
          <p:cNvSpPr/>
          <p:nvPr/>
        </p:nvSpPr>
        <p:spPr bwMode="auto">
          <a:xfrm>
            <a:off x="323528" y="3241364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6CA2AC6-ED02-4DF3-BB7E-9FFF340CD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840" y="472542"/>
            <a:ext cx="492014" cy="37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609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491225F-EC29-42BC-B3DB-4F06D63A12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93575" y="315230"/>
            <a:ext cx="455265" cy="52832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CA43164-C5E7-4A38-BE0D-FA46EBCBF5EB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图片切换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AEA727-B1F4-4820-B356-F788D3DEBD6E}"/>
              </a:ext>
            </a:extLst>
          </p:cNvPr>
          <p:cNvSpPr/>
          <p:nvPr/>
        </p:nvSpPr>
        <p:spPr>
          <a:xfrm>
            <a:off x="5148064" y="1840852"/>
            <a:ext cx="3456384" cy="2031325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imgArr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:[],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index: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0</a:t>
            </a:r>
            <a:endParaRPr lang="en-US" altLang="zh-CN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739689-1256-4B38-95DB-287E4B495FF7}"/>
              </a:ext>
            </a:extLst>
          </p:cNvPr>
          <p:cNvSpPr/>
          <p:nvPr/>
        </p:nvSpPr>
        <p:spPr>
          <a:xfrm>
            <a:off x="1403648" y="1842530"/>
            <a:ext cx="2520280" cy="116955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: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imgArr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[index]"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上一张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下一张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0333589-3C7D-45A6-BD67-E3E36B63CE98}"/>
              </a:ext>
            </a:extLst>
          </p:cNvPr>
          <p:cNvSpPr/>
          <p:nvPr/>
        </p:nvSpPr>
        <p:spPr bwMode="auto">
          <a:xfrm>
            <a:off x="325584" y="1840852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定义图片数组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5A9DFD-2F3C-4CF5-B5AB-AA27861D682A}"/>
              </a:ext>
            </a:extLst>
          </p:cNvPr>
          <p:cNvSpPr/>
          <p:nvPr/>
        </p:nvSpPr>
        <p:spPr bwMode="auto">
          <a:xfrm>
            <a:off x="325584" y="2187745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添加图片索引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F4FF9E-E3CF-45E7-9FDE-DBC82867A40F}"/>
              </a:ext>
            </a:extLst>
          </p:cNvPr>
          <p:cNvSpPr/>
          <p:nvPr/>
        </p:nvSpPr>
        <p:spPr bwMode="auto">
          <a:xfrm>
            <a:off x="339129" y="2537873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</a:t>
            </a:r>
            <a:r>
              <a:rPr lang="en-US" altLang="zh-CN" sz="10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57DD3A-7525-4C36-AAC6-2F898544101E}"/>
              </a:ext>
            </a:extLst>
          </p:cNvPr>
          <p:cNvSpPr/>
          <p:nvPr/>
        </p:nvSpPr>
        <p:spPr bwMode="auto">
          <a:xfrm>
            <a:off x="339129" y="2891236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图片切换逻辑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0637C8-E10A-437D-B15D-70158D444D91}"/>
              </a:ext>
            </a:extLst>
          </p:cNvPr>
          <p:cNvSpPr/>
          <p:nvPr/>
        </p:nvSpPr>
        <p:spPr bwMode="auto">
          <a:xfrm>
            <a:off x="323528" y="3241364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9B890BB-B033-40E8-9ABD-058450BEA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840" y="472542"/>
            <a:ext cx="492014" cy="37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30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491225F-EC29-42BC-B3DB-4F06D63A12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93575" y="315230"/>
            <a:ext cx="455265" cy="52832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CA43164-C5E7-4A38-BE0D-FA46EBCBF5EB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图片切换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AEA727-B1F4-4820-B356-F788D3DEBD6E}"/>
              </a:ext>
            </a:extLst>
          </p:cNvPr>
          <p:cNvSpPr/>
          <p:nvPr/>
        </p:nvSpPr>
        <p:spPr>
          <a:xfrm>
            <a:off x="5148064" y="1840852"/>
            <a:ext cx="3456384" cy="313932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imgArr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:[],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index: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0</a:t>
            </a:r>
            <a:endParaRPr lang="en-US" altLang="zh-CN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},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methods:{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 err="1">
                <a:solidFill>
                  <a:srgbClr val="F2AE49"/>
                </a:solidFill>
                <a:latin typeface="Menlo"/>
              </a:rPr>
              <a:t>prev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 err="1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(){},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 err="1">
                <a:solidFill>
                  <a:srgbClr val="F2AE49"/>
                </a:solidFill>
                <a:latin typeface="Menlo"/>
              </a:rPr>
              <a:t>next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 err="1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(){}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739689-1256-4B38-95DB-287E4B495FF7}"/>
              </a:ext>
            </a:extLst>
          </p:cNvPr>
          <p:cNvSpPr/>
          <p:nvPr/>
        </p:nvSpPr>
        <p:spPr>
          <a:xfrm>
            <a:off x="1403648" y="1842530"/>
            <a:ext cx="2520280" cy="116955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4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: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imgArr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[index]"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上一张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下一张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0333589-3C7D-45A6-BD67-E3E36B63CE98}"/>
              </a:ext>
            </a:extLst>
          </p:cNvPr>
          <p:cNvSpPr/>
          <p:nvPr/>
        </p:nvSpPr>
        <p:spPr bwMode="auto">
          <a:xfrm>
            <a:off x="325584" y="1840852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定义图片数组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5A9DFD-2F3C-4CF5-B5AB-AA27861D682A}"/>
              </a:ext>
            </a:extLst>
          </p:cNvPr>
          <p:cNvSpPr/>
          <p:nvPr/>
        </p:nvSpPr>
        <p:spPr bwMode="auto">
          <a:xfrm>
            <a:off x="325584" y="2187745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添加图片索引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F4FF9E-E3CF-45E7-9FDE-DBC82867A40F}"/>
              </a:ext>
            </a:extLst>
          </p:cNvPr>
          <p:cNvSpPr/>
          <p:nvPr/>
        </p:nvSpPr>
        <p:spPr bwMode="auto">
          <a:xfrm>
            <a:off x="339129" y="2537873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</a:t>
            </a:r>
            <a:r>
              <a:rPr lang="en-US" altLang="zh-CN" sz="10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57DD3A-7525-4C36-AAC6-2F898544101E}"/>
              </a:ext>
            </a:extLst>
          </p:cNvPr>
          <p:cNvSpPr/>
          <p:nvPr/>
        </p:nvSpPr>
        <p:spPr bwMode="auto">
          <a:xfrm>
            <a:off x="339129" y="2891236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图片切换逻辑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7A306EC-300A-4B5A-A643-6B411E9716E6}"/>
              </a:ext>
            </a:extLst>
          </p:cNvPr>
          <p:cNvSpPr/>
          <p:nvPr/>
        </p:nvSpPr>
        <p:spPr bwMode="auto">
          <a:xfrm>
            <a:off x="323528" y="3241364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B2D2BAA-E12B-4987-94DC-335F33947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840" y="472542"/>
            <a:ext cx="492014" cy="37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215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491225F-EC29-42BC-B3DB-4F06D63A12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93575" y="315230"/>
            <a:ext cx="455265" cy="52832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CA43164-C5E7-4A38-BE0D-FA46EBCBF5EB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图片切换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AEA727-B1F4-4820-B356-F788D3DEBD6E}"/>
              </a:ext>
            </a:extLst>
          </p:cNvPr>
          <p:cNvSpPr/>
          <p:nvPr/>
        </p:nvSpPr>
        <p:spPr>
          <a:xfrm>
            <a:off x="5148064" y="1840852"/>
            <a:ext cx="3456384" cy="313932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imgArr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:[],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index: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0</a:t>
            </a:r>
            <a:endParaRPr lang="en-US" altLang="zh-CN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},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methods:{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 err="1">
                <a:solidFill>
                  <a:srgbClr val="F2AE49"/>
                </a:solidFill>
                <a:latin typeface="Menlo"/>
              </a:rPr>
              <a:t>prev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 err="1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(){},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 err="1">
                <a:solidFill>
                  <a:srgbClr val="F2AE49"/>
                </a:solidFill>
                <a:latin typeface="Menlo"/>
              </a:rPr>
              <a:t>next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 err="1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(){}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739689-1256-4B38-95DB-287E4B495FF7}"/>
              </a:ext>
            </a:extLst>
          </p:cNvPr>
          <p:cNvSpPr/>
          <p:nvPr/>
        </p:nvSpPr>
        <p:spPr>
          <a:xfrm>
            <a:off x="1403648" y="1842530"/>
            <a:ext cx="2520280" cy="86177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0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0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0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0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0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0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0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000" dirty="0">
                <a:solidFill>
                  <a:srgbClr val="F2AE49"/>
                </a:solidFill>
                <a:latin typeface="Menlo"/>
              </a:rPr>
              <a:t>:</a:t>
            </a:r>
            <a:r>
              <a:rPr lang="en-US" altLang="zh-CN" sz="10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0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000" dirty="0" err="1">
                <a:solidFill>
                  <a:srgbClr val="86B300"/>
                </a:solidFill>
                <a:latin typeface="Menlo"/>
              </a:rPr>
              <a:t>imgArr</a:t>
            </a:r>
            <a:r>
              <a:rPr lang="en-US" altLang="zh-CN" sz="1000" dirty="0">
                <a:solidFill>
                  <a:srgbClr val="86B300"/>
                </a:solidFill>
                <a:latin typeface="Menlo"/>
              </a:rPr>
              <a:t>[index]"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0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0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0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0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0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0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0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000" dirty="0" err="1">
                <a:solidFill>
                  <a:srgbClr val="86B300"/>
                </a:solidFill>
                <a:latin typeface="Menlo"/>
              </a:rPr>
              <a:t>prev</a:t>
            </a:r>
            <a:r>
              <a:rPr lang="en-US" altLang="zh-CN" sz="10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0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000" dirty="0">
                <a:solidFill>
                  <a:srgbClr val="6C7680"/>
                </a:solidFill>
                <a:latin typeface="Menlo"/>
              </a:rPr>
              <a:t>上一张</a:t>
            </a:r>
            <a:r>
              <a:rPr lang="en-US" altLang="zh-CN" sz="10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0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0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0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0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0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000" dirty="0">
                <a:solidFill>
                  <a:srgbClr val="86B300"/>
                </a:solidFill>
                <a:latin typeface="Menlo"/>
              </a:rPr>
              <a:t>"next"</a:t>
            </a:r>
            <a:r>
              <a:rPr lang="en-US" altLang="zh-CN" sz="10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000" dirty="0">
                <a:solidFill>
                  <a:srgbClr val="6C7680"/>
                </a:solidFill>
                <a:latin typeface="Menlo"/>
              </a:rPr>
              <a:t>下一张</a:t>
            </a:r>
            <a:r>
              <a:rPr lang="en-US" altLang="zh-CN" sz="10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0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0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0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0333589-3C7D-45A6-BD67-E3E36B63CE98}"/>
              </a:ext>
            </a:extLst>
          </p:cNvPr>
          <p:cNvSpPr/>
          <p:nvPr/>
        </p:nvSpPr>
        <p:spPr bwMode="auto">
          <a:xfrm>
            <a:off x="325584" y="1840852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定义图片数组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5A9DFD-2F3C-4CF5-B5AB-AA27861D682A}"/>
              </a:ext>
            </a:extLst>
          </p:cNvPr>
          <p:cNvSpPr/>
          <p:nvPr/>
        </p:nvSpPr>
        <p:spPr bwMode="auto">
          <a:xfrm>
            <a:off x="325584" y="2187745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添加图片索引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F4FF9E-E3CF-45E7-9FDE-DBC82867A40F}"/>
              </a:ext>
            </a:extLst>
          </p:cNvPr>
          <p:cNvSpPr/>
          <p:nvPr/>
        </p:nvSpPr>
        <p:spPr bwMode="auto">
          <a:xfrm>
            <a:off x="339129" y="2537873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</a:t>
            </a:r>
            <a:r>
              <a:rPr lang="en-US" altLang="zh-CN" sz="10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57DD3A-7525-4C36-AAC6-2F898544101E}"/>
              </a:ext>
            </a:extLst>
          </p:cNvPr>
          <p:cNvSpPr/>
          <p:nvPr/>
        </p:nvSpPr>
        <p:spPr bwMode="auto">
          <a:xfrm>
            <a:off x="339129" y="2891236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图片切换逻辑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7A306EC-300A-4B5A-A643-6B411E9716E6}"/>
              </a:ext>
            </a:extLst>
          </p:cNvPr>
          <p:cNvSpPr/>
          <p:nvPr/>
        </p:nvSpPr>
        <p:spPr bwMode="auto">
          <a:xfrm>
            <a:off x="323528" y="3241364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D45B1D6-376E-4D1C-8FF5-606A57CE4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840" y="472542"/>
            <a:ext cx="492014" cy="37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446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491225F-EC29-42BC-B3DB-4F06D63A12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93575" y="315230"/>
            <a:ext cx="455265" cy="52832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CA43164-C5E7-4A38-BE0D-FA46EBCBF5EB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图片切换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AEA727-B1F4-4820-B356-F788D3DEBD6E}"/>
              </a:ext>
            </a:extLst>
          </p:cNvPr>
          <p:cNvSpPr/>
          <p:nvPr/>
        </p:nvSpPr>
        <p:spPr>
          <a:xfrm>
            <a:off x="5148064" y="1840852"/>
            <a:ext cx="3456384" cy="313932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imgArr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:[],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index: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0</a:t>
            </a:r>
            <a:endParaRPr lang="en-US" altLang="zh-CN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},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methods:{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 err="1">
                <a:solidFill>
                  <a:srgbClr val="F2AE49"/>
                </a:solidFill>
                <a:latin typeface="Menlo"/>
              </a:rPr>
              <a:t>prev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 err="1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(){},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 err="1">
                <a:solidFill>
                  <a:srgbClr val="F2AE49"/>
                </a:solidFill>
                <a:latin typeface="Menlo"/>
              </a:rPr>
              <a:t>next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 err="1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(){}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739689-1256-4B38-95DB-287E4B495FF7}"/>
              </a:ext>
            </a:extLst>
          </p:cNvPr>
          <p:cNvSpPr/>
          <p:nvPr/>
        </p:nvSpPr>
        <p:spPr>
          <a:xfrm>
            <a:off x="1403648" y="1842530"/>
            <a:ext cx="3312368" cy="86177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0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0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0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0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0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000" dirty="0">
                <a:solidFill>
                  <a:srgbClr val="55B4D4"/>
                </a:solidFill>
                <a:latin typeface="Menlo"/>
              </a:rPr>
              <a:t>&lt;</a:t>
            </a:r>
            <a:r>
              <a:rPr lang="en-US" altLang="zh-CN" sz="1000" dirty="0" err="1">
                <a:solidFill>
                  <a:srgbClr val="55B4D4"/>
                </a:solidFill>
                <a:latin typeface="Menlo"/>
              </a:rPr>
              <a:t>img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000" dirty="0">
                <a:solidFill>
                  <a:srgbClr val="F2AE49"/>
                </a:solidFill>
                <a:latin typeface="Menlo"/>
              </a:rPr>
              <a:t>:</a:t>
            </a:r>
            <a:r>
              <a:rPr lang="en-US" altLang="zh-CN" sz="10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0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000" dirty="0" err="1">
                <a:solidFill>
                  <a:srgbClr val="86B300"/>
                </a:solidFill>
                <a:latin typeface="Menlo"/>
              </a:rPr>
              <a:t>imgArr</a:t>
            </a:r>
            <a:r>
              <a:rPr lang="en-US" altLang="zh-CN" sz="1000" dirty="0">
                <a:solidFill>
                  <a:srgbClr val="86B300"/>
                </a:solidFill>
                <a:latin typeface="Menlo"/>
              </a:rPr>
              <a:t>[index]"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0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0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0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0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0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0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0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000" dirty="0" err="1">
                <a:solidFill>
                  <a:srgbClr val="86B300"/>
                </a:solidFill>
                <a:latin typeface="Menlo"/>
              </a:rPr>
              <a:t>prev</a:t>
            </a:r>
            <a:r>
              <a:rPr lang="en-US" altLang="zh-CN" sz="10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000" dirty="0">
                <a:solidFill>
                  <a:srgbClr val="F2AE49"/>
                </a:solidFill>
                <a:latin typeface="Menlo"/>
              </a:rPr>
              <a:t>v-show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0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000" dirty="0">
                <a:solidFill>
                  <a:srgbClr val="86B300"/>
                </a:solidFill>
                <a:latin typeface="Menlo"/>
              </a:rPr>
              <a:t>条件</a:t>
            </a:r>
            <a:r>
              <a:rPr lang="en-US" altLang="zh-CN" sz="10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0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000" dirty="0">
                <a:solidFill>
                  <a:srgbClr val="6C7680"/>
                </a:solidFill>
                <a:latin typeface="Menlo"/>
              </a:rPr>
              <a:t>上一张</a:t>
            </a:r>
            <a:r>
              <a:rPr lang="en-US" altLang="zh-CN" sz="10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0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000" dirty="0">
                <a:solidFill>
                  <a:srgbClr val="55B4D4"/>
                </a:solidFill>
                <a:latin typeface="Menlo"/>
              </a:rPr>
              <a:t>&lt;a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000" dirty="0" err="1">
                <a:solidFill>
                  <a:srgbClr val="F2AE49"/>
                </a:solidFill>
                <a:latin typeface="Menlo"/>
              </a:rPr>
              <a:t>href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000" dirty="0">
                <a:solidFill>
                  <a:srgbClr val="86B300"/>
                </a:solidFill>
                <a:latin typeface="Menlo"/>
              </a:rPr>
              <a:t>"#"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0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000" dirty="0">
                <a:solidFill>
                  <a:srgbClr val="86B300"/>
                </a:solidFill>
                <a:latin typeface="Menlo"/>
              </a:rPr>
              <a:t>"next"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000" dirty="0">
                <a:solidFill>
                  <a:srgbClr val="F2AE49"/>
                </a:solidFill>
                <a:latin typeface="Menlo"/>
              </a:rPr>
              <a:t>v-show</a:t>
            </a:r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0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000" dirty="0">
                <a:solidFill>
                  <a:srgbClr val="86B300"/>
                </a:solidFill>
                <a:latin typeface="Menlo"/>
              </a:rPr>
              <a:t>条件</a:t>
            </a:r>
            <a:r>
              <a:rPr lang="en-US" altLang="zh-CN" sz="10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000" dirty="0">
                <a:solidFill>
                  <a:srgbClr val="55B4D4"/>
                </a:solidFill>
                <a:latin typeface="Menlo"/>
              </a:rPr>
              <a:t>&gt;</a:t>
            </a:r>
            <a:r>
              <a:rPr lang="zh-CN" altLang="en-US" sz="1000" dirty="0">
                <a:solidFill>
                  <a:srgbClr val="6C7680"/>
                </a:solidFill>
                <a:latin typeface="Menlo"/>
              </a:rPr>
              <a:t>下一张</a:t>
            </a:r>
            <a:r>
              <a:rPr lang="en-US" altLang="zh-CN" sz="1000" dirty="0">
                <a:solidFill>
                  <a:srgbClr val="55B4D4"/>
                </a:solidFill>
                <a:latin typeface="Menlo"/>
              </a:rPr>
              <a:t>&lt;/a&gt;</a:t>
            </a:r>
            <a:endParaRPr lang="en-US" altLang="zh-CN" sz="10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0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0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0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0333589-3C7D-45A6-BD67-E3E36B63CE98}"/>
              </a:ext>
            </a:extLst>
          </p:cNvPr>
          <p:cNvSpPr/>
          <p:nvPr/>
        </p:nvSpPr>
        <p:spPr bwMode="auto">
          <a:xfrm>
            <a:off x="325584" y="1840852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定义图片数组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5A9DFD-2F3C-4CF5-B5AB-AA27861D682A}"/>
              </a:ext>
            </a:extLst>
          </p:cNvPr>
          <p:cNvSpPr/>
          <p:nvPr/>
        </p:nvSpPr>
        <p:spPr bwMode="auto">
          <a:xfrm>
            <a:off x="325584" y="2187745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添加图片索引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F4FF9E-E3CF-45E7-9FDE-DBC82867A40F}"/>
              </a:ext>
            </a:extLst>
          </p:cNvPr>
          <p:cNvSpPr/>
          <p:nvPr/>
        </p:nvSpPr>
        <p:spPr bwMode="auto">
          <a:xfrm>
            <a:off x="339129" y="2537873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</a:t>
            </a:r>
            <a:r>
              <a:rPr lang="en-US" altLang="zh-CN" sz="10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57DD3A-7525-4C36-AAC6-2F898544101E}"/>
              </a:ext>
            </a:extLst>
          </p:cNvPr>
          <p:cNvSpPr/>
          <p:nvPr/>
        </p:nvSpPr>
        <p:spPr bwMode="auto">
          <a:xfrm>
            <a:off x="339129" y="2891236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图片切换逻辑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89134C-F95E-4332-A8E8-8BA1DADE69C1}"/>
              </a:ext>
            </a:extLst>
          </p:cNvPr>
          <p:cNvSpPr/>
          <p:nvPr/>
        </p:nvSpPr>
        <p:spPr bwMode="auto">
          <a:xfrm>
            <a:off x="325584" y="3232739"/>
            <a:ext cx="1078064" cy="2192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显示状态切换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79CFDE0-0E14-4C08-A7A6-7AA2BEE7D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840" y="472542"/>
            <a:ext cx="492014" cy="37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226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0C607-6D1B-4E1A-88A6-020C0B280359}"/>
              </a:ext>
            </a:extLst>
          </p:cNvPr>
          <p:cNvSpPr txBox="1"/>
          <p:nvPr/>
        </p:nvSpPr>
        <p:spPr>
          <a:xfrm>
            <a:off x="3442050" y="1947541"/>
            <a:ext cx="5280517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 列表数据使用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数组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保存</a:t>
            </a:r>
            <a:endParaRPr lang="en-US" altLang="zh-CN" sz="1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B81A0DFD-E1E2-4E5E-81E6-3B07E1DF60E9}"/>
              </a:ext>
            </a:extLst>
          </p:cNvPr>
          <p:cNvSpPr txBox="1"/>
          <p:nvPr/>
        </p:nvSpPr>
        <p:spPr>
          <a:xfrm>
            <a:off x="3442051" y="2402523"/>
            <a:ext cx="5458552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v-bind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指令可以设置元素属性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比如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src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360BD8FC-0B07-4293-A23B-676226CC62AD}"/>
              </a:ext>
            </a:extLst>
          </p:cNvPr>
          <p:cNvSpPr txBox="1"/>
          <p:nvPr/>
        </p:nvSpPr>
        <p:spPr>
          <a:xfrm>
            <a:off x="3442051" y="2857889"/>
            <a:ext cx="567457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v-show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v-if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都可以切换元素的显示状态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频繁切换用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v-show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0862269-67A1-40C1-87C0-CDE50E75AD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47541"/>
            <a:ext cx="455265" cy="528328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7E3AEDAE-D018-4FD3-9099-964CBE269155}"/>
              </a:ext>
            </a:extLst>
          </p:cNvPr>
          <p:cNvSpPr/>
          <p:nvPr/>
        </p:nvSpPr>
        <p:spPr bwMode="auto">
          <a:xfrm>
            <a:off x="683568" y="2475869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图片切换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8F90E38-AA1B-46BA-B3EC-E337B9710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154" y="2104853"/>
            <a:ext cx="492014" cy="37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038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2644033" y="2794930"/>
            <a:ext cx="1360520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1484010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7FDE50A-C1B7-40DB-A115-C85938957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388" y="636693"/>
            <a:ext cx="3151476" cy="2377505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C058D203-DA32-472A-9C8E-937F6FA55C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5139449" y="2366125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334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9F658EBA-CCCA-4E69-AE1D-6D3C3C547B24}"/>
              </a:ext>
            </a:extLst>
          </p:cNvPr>
          <p:cNvSpPr/>
          <p:nvPr/>
        </p:nvSpPr>
        <p:spPr bwMode="auto">
          <a:xfrm>
            <a:off x="3490523" y="3219822"/>
            <a:ext cx="647572" cy="148905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4802E32-4D43-43ED-A641-EC73432A6DEE}"/>
              </a:ext>
            </a:extLst>
          </p:cNvPr>
          <p:cNvSpPr/>
          <p:nvPr/>
        </p:nvSpPr>
        <p:spPr bwMode="auto">
          <a:xfrm>
            <a:off x="4445307" y="3219815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7C6F368-98D4-42CB-90FB-257726409CFC}"/>
              </a:ext>
            </a:extLst>
          </p:cNvPr>
          <p:cNvSpPr/>
          <p:nvPr/>
        </p:nvSpPr>
        <p:spPr bwMode="auto">
          <a:xfrm>
            <a:off x="5256076" y="321981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8F6F01D-339D-4E0E-A514-7D1DB1B4AA5A}"/>
              </a:ext>
            </a:extLst>
          </p:cNvPr>
          <p:cNvSpPr/>
          <p:nvPr/>
        </p:nvSpPr>
        <p:spPr bwMode="auto">
          <a:xfrm>
            <a:off x="6916175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5DA515A-1402-429B-BD6F-F192339A2836}"/>
              </a:ext>
            </a:extLst>
          </p:cNvPr>
          <p:cNvSpPr/>
          <p:nvPr/>
        </p:nvSpPr>
        <p:spPr bwMode="auto">
          <a:xfrm>
            <a:off x="8241391" y="2865286"/>
            <a:ext cx="647572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7B3ADFB-E3FD-42D9-9C46-2B17CEFE9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21" y="3219822"/>
            <a:ext cx="1931617" cy="86273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C5789B6-FDC0-4954-8EAF-83DEDB668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089" y="1032049"/>
            <a:ext cx="2627415" cy="198214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59D51D08-80DC-4588-B860-3093C703A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248" y="3219822"/>
            <a:ext cx="2177988" cy="1711276"/>
          </a:xfrm>
          <a:prstGeom prst="rect">
            <a:avLst/>
          </a:prstGeom>
          <a:ln>
            <a:solidFill>
              <a:srgbClr val="404040"/>
            </a:solidFill>
          </a:ln>
        </p:spPr>
      </p:pic>
      <p:sp>
        <p:nvSpPr>
          <p:cNvPr id="18" name="TextBox 7">
            <a:extLst>
              <a:ext uri="{FF2B5EF4-FFF2-40B4-BE49-F238E27FC236}">
                <a16:creationId xmlns:a16="http://schemas.microsoft.com/office/drawing/2014/main" id="{B1A91E42-C7C3-4E76-B094-E6CF12D193C2}"/>
              </a:ext>
            </a:extLst>
          </p:cNvPr>
          <p:cNvSpPr txBox="1"/>
          <p:nvPr/>
        </p:nvSpPr>
        <p:spPr>
          <a:xfrm>
            <a:off x="0" y="2461405"/>
            <a:ext cx="2448272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内容绑定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事件绑定</a:t>
            </a: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F99CB28C-E753-4DD7-974B-310E5339982C}"/>
              </a:ext>
            </a:extLst>
          </p:cNvPr>
          <p:cNvSpPr txBox="1"/>
          <p:nvPr/>
        </p:nvSpPr>
        <p:spPr>
          <a:xfrm>
            <a:off x="3472949" y="3434413"/>
            <a:ext cx="2448272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显示切换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属性绑定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16B636E1-1068-42D4-A4F1-A8D240FC3D26}"/>
              </a:ext>
            </a:extLst>
          </p:cNvPr>
          <p:cNvSpPr txBox="1"/>
          <p:nvPr/>
        </p:nvSpPr>
        <p:spPr>
          <a:xfrm>
            <a:off x="6669106" y="2461404"/>
            <a:ext cx="2448272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列表循环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表单元素绑定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1627304" y="2865286"/>
            <a:ext cx="712114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973051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7A8880D-F267-4C82-AD31-A1EDB2B4CF7D}"/>
              </a:ext>
            </a:extLst>
          </p:cNvPr>
          <p:cNvSpPr/>
          <p:nvPr/>
        </p:nvSpPr>
        <p:spPr bwMode="auto">
          <a:xfrm>
            <a:off x="7523377" y="2865286"/>
            <a:ext cx="647572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313755" y="2355725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568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9F658EBA-CCCA-4E69-AE1D-6D3C3C547B24}"/>
              </a:ext>
            </a:extLst>
          </p:cNvPr>
          <p:cNvSpPr/>
          <p:nvPr/>
        </p:nvSpPr>
        <p:spPr bwMode="auto">
          <a:xfrm>
            <a:off x="3490523" y="3219822"/>
            <a:ext cx="647572" cy="148905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4802E32-4D43-43ED-A641-EC73432A6DEE}"/>
              </a:ext>
            </a:extLst>
          </p:cNvPr>
          <p:cNvSpPr/>
          <p:nvPr/>
        </p:nvSpPr>
        <p:spPr bwMode="auto">
          <a:xfrm>
            <a:off x="4445307" y="3219815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7C6F368-98D4-42CB-90FB-257726409CFC}"/>
              </a:ext>
            </a:extLst>
          </p:cNvPr>
          <p:cNvSpPr/>
          <p:nvPr/>
        </p:nvSpPr>
        <p:spPr bwMode="auto">
          <a:xfrm>
            <a:off x="5256076" y="321981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8F6F01D-339D-4E0E-A514-7D1DB1B4AA5A}"/>
              </a:ext>
            </a:extLst>
          </p:cNvPr>
          <p:cNvSpPr/>
          <p:nvPr/>
        </p:nvSpPr>
        <p:spPr bwMode="auto">
          <a:xfrm>
            <a:off x="6916175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5DA515A-1402-429B-BD6F-F192339A2836}"/>
              </a:ext>
            </a:extLst>
          </p:cNvPr>
          <p:cNvSpPr/>
          <p:nvPr/>
        </p:nvSpPr>
        <p:spPr bwMode="auto">
          <a:xfrm>
            <a:off x="8241391" y="2865286"/>
            <a:ext cx="647572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7B3ADFB-E3FD-42D9-9C46-2B17CEFE9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21" y="3219822"/>
            <a:ext cx="1931617" cy="86273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C5789B6-FDC0-4954-8EAF-83DEDB668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089" y="1032049"/>
            <a:ext cx="2627415" cy="198214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59D51D08-80DC-4588-B860-3093C703A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248" y="3219822"/>
            <a:ext cx="2177988" cy="1711276"/>
          </a:xfrm>
          <a:prstGeom prst="rect">
            <a:avLst/>
          </a:prstGeom>
          <a:ln>
            <a:solidFill>
              <a:srgbClr val="404040"/>
            </a:solidFill>
          </a:ln>
        </p:spPr>
      </p:pic>
      <p:sp>
        <p:nvSpPr>
          <p:cNvPr id="18" name="TextBox 7">
            <a:extLst>
              <a:ext uri="{FF2B5EF4-FFF2-40B4-BE49-F238E27FC236}">
                <a16:creationId xmlns:a16="http://schemas.microsoft.com/office/drawing/2014/main" id="{B1A91E42-C7C3-4E76-B094-E6CF12D193C2}"/>
              </a:ext>
            </a:extLst>
          </p:cNvPr>
          <p:cNvSpPr txBox="1"/>
          <p:nvPr/>
        </p:nvSpPr>
        <p:spPr>
          <a:xfrm>
            <a:off x="0" y="2461405"/>
            <a:ext cx="2448272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内容绑定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事件绑定</a:t>
            </a: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F99CB28C-E753-4DD7-974B-310E5339982C}"/>
              </a:ext>
            </a:extLst>
          </p:cNvPr>
          <p:cNvSpPr txBox="1"/>
          <p:nvPr/>
        </p:nvSpPr>
        <p:spPr>
          <a:xfrm>
            <a:off x="3472949" y="3434413"/>
            <a:ext cx="2448272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显示切换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属性绑定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16B636E1-1068-42D4-A4F1-A8D240FC3D26}"/>
              </a:ext>
            </a:extLst>
          </p:cNvPr>
          <p:cNvSpPr txBox="1"/>
          <p:nvPr/>
        </p:nvSpPr>
        <p:spPr>
          <a:xfrm>
            <a:off x="6669106" y="2461404"/>
            <a:ext cx="2448272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列表循环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表单元素绑定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1627304" y="2865286"/>
            <a:ext cx="712114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973051" y="2865286"/>
            <a:ext cx="503556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7A8880D-F267-4C82-AD31-A1EDB2B4CF7D}"/>
              </a:ext>
            </a:extLst>
          </p:cNvPr>
          <p:cNvSpPr/>
          <p:nvPr/>
        </p:nvSpPr>
        <p:spPr bwMode="auto">
          <a:xfrm>
            <a:off x="7523377" y="2865286"/>
            <a:ext cx="647572" cy="148911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776949" y="2217213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645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2644033" y="2794930"/>
            <a:ext cx="1360520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1484010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058D203-DA32-472A-9C8E-937F6FA55C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13295" y="2146857"/>
            <a:ext cx="558450" cy="64807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619E61E-1BA4-4985-90BE-58B3ED4BC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310" y="684972"/>
            <a:ext cx="2964470" cy="2329226"/>
          </a:xfrm>
          <a:prstGeom prst="rect">
            <a:avLst/>
          </a:prstGeom>
          <a:ln>
            <a:solidFill>
              <a:srgbClr val="404040"/>
            </a:solidFill>
          </a:ln>
        </p:spPr>
      </p:pic>
    </p:spTree>
    <p:extLst>
      <p:ext uri="{BB962C8B-B14F-4D97-AF65-F5344CB8AC3E}">
        <p14:creationId xmlns:p14="http://schemas.microsoft.com/office/powerpoint/2010/main" val="1753884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3E749766-BD97-4F70-95A6-C3D8B15C5E8E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根据数据生成列表结构</a:t>
            </a:r>
          </a:p>
        </p:txBody>
      </p:sp>
    </p:spTree>
    <p:extLst>
      <p:ext uri="{BB962C8B-B14F-4D97-AF65-F5344CB8AC3E}">
        <p14:creationId xmlns:p14="http://schemas.microsoft.com/office/powerpoint/2010/main" val="1404660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52322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47732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41D55B96-9350-4F1D-89A6-551331CA8EB7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根据数据生成列表结构</a:t>
            </a:r>
          </a:p>
        </p:txBody>
      </p:sp>
    </p:spTree>
    <p:extLst>
      <p:ext uri="{BB962C8B-B14F-4D97-AF65-F5344CB8AC3E}">
        <p14:creationId xmlns:p14="http://schemas.microsoft.com/office/powerpoint/2010/main" val="3199392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52322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pt-BR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pt-BR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pt-BR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pt-BR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pt-BR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arr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:[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1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2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3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4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5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]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41D55B96-9350-4F1D-89A6-551331CA8EB7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根据数据生成列表结构</a:t>
            </a:r>
          </a:p>
        </p:txBody>
      </p:sp>
    </p:spTree>
    <p:extLst>
      <p:ext uri="{BB962C8B-B14F-4D97-AF65-F5344CB8AC3E}">
        <p14:creationId xmlns:p14="http://schemas.microsoft.com/office/powerpoint/2010/main" val="4279232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116955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it-IT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it-IT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it-IT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it-IT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it-IT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it-IT" altLang="zh-CN" sz="1400" dirty="0">
                <a:solidFill>
                  <a:srgbClr val="55B4D4"/>
                </a:solidFill>
                <a:latin typeface="Menlo"/>
              </a:rPr>
              <a:t>&lt;ul&gt;</a:t>
            </a:r>
            <a:endParaRPr lang="it-IT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it-IT" altLang="zh-CN" sz="1400" dirty="0">
                <a:solidFill>
                  <a:srgbClr val="55B4D4"/>
                </a:solidFill>
                <a:latin typeface="Menlo"/>
              </a:rPr>
              <a:t>&lt;li&gt;&lt;/li&gt;</a:t>
            </a:r>
            <a:endParaRPr lang="it-IT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it-IT" altLang="zh-CN" sz="1400" dirty="0">
                <a:solidFill>
                  <a:srgbClr val="55B4D4"/>
                </a:solidFill>
                <a:latin typeface="Menlo"/>
              </a:rPr>
              <a:t>&lt;/ul&gt;</a:t>
            </a:r>
            <a:endParaRPr lang="it-IT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it-IT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it-IT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arr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:[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1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2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3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4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5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]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41D55B96-9350-4F1D-89A6-551331CA8EB7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根据数据生成列表结构</a:t>
            </a:r>
          </a:p>
        </p:txBody>
      </p:sp>
    </p:spTree>
    <p:extLst>
      <p:ext uri="{BB962C8B-B14F-4D97-AF65-F5344CB8AC3E}">
        <p14:creationId xmlns:p14="http://schemas.microsoft.com/office/powerpoint/2010/main" val="4262410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116955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it-IT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it-IT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it-IT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it-IT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it-IT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it-IT" altLang="zh-CN" sz="1400" dirty="0">
                <a:solidFill>
                  <a:srgbClr val="55B4D4"/>
                </a:solidFill>
                <a:latin typeface="Menlo"/>
              </a:rPr>
              <a:t>&lt;ul&gt;</a:t>
            </a:r>
            <a:endParaRPr lang="it-IT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it-IT" altLang="zh-CN" sz="1400" dirty="0">
                <a:solidFill>
                  <a:srgbClr val="55B4D4"/>
                </a:solidFill>
                <a:latin typeface="Menlo"/>
              </a:rPr>
              <a:t>&lt;li</a:t>
            </a:r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it-IT" altLang="zh-CN" sz="1400" dirty="0">
                <a:solidFill>
                  <a:srgbClr val="F2AE49"/>
                </a:solidFill>
                <a:latin typeface="Menlo"/>
              </a:rPr>
              <a:t>v-for</a:t>
            </a:r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it-IT" altLang="zh-CN" sz="1400" dirty="0">
                <a:solidFill>
                  <a:srgbClr val="86B300"/>
                </a:solidFill>
                <a:latin typeface="Menlo"/>
              </a:rPr>
              <a:t>"item in arr"</a:t>
            </a:r>
            <a:r>
              <a:rPr lang="it-IT" altLang="zh-CN" sz="1400" dirty="0">
                <a:solidFill>
                  <a:srgbClr val="55B4D4"/>
                </a:solidFill>
                <a:latin typeface="Menlo"/>
              </a:rPr>
              <a:t>&gt;&lt;/li&gt;</a:t>
            </a:r>
            <a:endParaRPr lang="it-IT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it-IT" altLang="zh-CN" sz="1400" dirty="0">
                <a:solidFill>
                  <a:srgbClr val="55B4D4"/>
                </a:solidFill>
                <a:latin typeface="Menlo"/>
              </a:rPr>
              <a:t>&lt;/ul&gt;</a:t>
            </a:r>
            <a:endParaRPr lang="it-IT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it-IT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it-IT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arr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:[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1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2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3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4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5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]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41D55B96-9350-4F1D-89A6-551331CA8EB7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根据数据生成列表结构</a:t>
            </a:r>
          </a:p>
        </p:txBody>
      </p:sp>
    </p:spTree>
    <p:extLst>
      <p:ext uri="{BB962C8B-B14F-4D97-AF65-F5344CB8AC3E}">
        <p14:creationId xmlns:p14="http://schemas.microsoft.com/office/powerpoint/2010/main" val="2085138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160043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it-IT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it-IT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it-IT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it-IT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it-IT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it-IT" altLang="zh-CN" sz="1400" dirty="0">
                <a:solidFill>
                  <a:srgbClr val="55B4D4"/>
                </a:solidFill>
                <a:latin typeface="Menlo"/>
              </a:rPr>
              <a:t>&lt;ul&gt;</a:t>
            </a:r>
            <a:endParaRPr lang="it-IT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it-IT" altLang="zh-CN" sz="1400" dirty="0">
                <a:solidFill>
                  <a:srgbClr val="55B4D4"/>
                </a:solidFill>
                <a:latin typeface="Menlo"/>
              </a:rPr>
              <a:t>&lt;li</a:t>
            </a:r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it-IT" altLang="zh-CN" sz="1400" dirty="0">
                <a:solidFill>
                  <a:srgbClr val="F2AE49"/>
                </a:solidFill>
                <a:latin typeface="Menlo"/>
              </a:rPr>
              <a:t>v-for</a:t>
            </a:r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it-IT" altLang="zh-CN" sz="1400" dirty="0">
                <a:solidFill>
                  <a:srgbClr val="86B300"/>
                </a:solidFill>
                <a:latin typeface="Menlo"/>
              </a:rPr>
              <a:t>"item in arr"</a:t>
            </a:r>
            <a:r>
              <a:rPr lang="it-IT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it-IT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          </a:t>
            </a:r>
            <a:r>
              <a:rPr lang="zh-CN" altLang="it-IT" sz="1400" dirty="0">
                <a:solidFill>
                  <a:srgbClr val="6C7680"/>
                </a:solidFill>
                <a:latin typeface="Menlo"/>
              </a:rPr>
              <a:t>你好</a:t>
            </a:r>
          </a:p>
          <a:p>
            <a:r>
              <a:rPr lang="zh-CN" altLang="it-IT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it-IT" altLang="zh-CN" sz="1400" dirty="0">
                <a:solidFill>
                  <a:srgbClr val="55B4D4"/>
                </a:solidFill>
                <a:latin typeface="Menlo"/>
              </a:rPr>
              <a:t>&lt;/li&gt;</a:t>
            </a:r>
            <a:endParaRPr lang="it-IT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it-IT" altLang="zh-CN" sz="1400" dirty="0">
                <a:solidFill>
                  <a:srgbClr val="55B4D4"/>
                </a:solidFill>
                <a:latin typeface="Menlo"/>
              </a:rPr>
              <a:t>&lt;/ul&gt;</a:t>
            </a:r>
            <a:endParaRPr lang="it-IT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it-IT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it-IT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it-IT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arr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:[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1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2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3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4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5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]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41D55B96-9350-4F1D-89A6-551331CA8EB7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根据数据生成列表结构</a:t>
            </a:r>
          </a:p>
        </p:txBody>
      </p:sp>
    </p:spTree>
    <p:extLst>
      <p:ext uri="{BB962C8B-B14F-4D97-AF65-F5344CB8AC3E}">
        <p14:creationId xmlns:p14="http://schemas.microsoft.com/office/powerpoint/2010/main" val="1677114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160043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&lt;ul&gt;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&lt;li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v-for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"item in 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arr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:title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"item"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 {{ item }}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&lt;/li&gt;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&lt;/ul&gt;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arr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:[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1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2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3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4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5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]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41D55B96-9350-4F1D-89A6-551331CA8EB7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根据数据生成列表结构</a:t>
            </a:r>
          </a:p>
        </p:txBody>
      </p:sp>
    </p:spTree>
    <p:extLst>
      <p:ext uri="{BB962C8B-B14F-4D97-AF65-F5344CB8AC3E}">
        <p14:creationId xmlns:p14="http://schemas.microsoft.com/office/powerpoint/2010/main" val="2911813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1384995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&lt;ul&gt;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&lt;li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v-for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"(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item,index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) in 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arr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:title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"item"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{{ item }}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&lt;/li&gt;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&lt;/ul&gt;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arr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:[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1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2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3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4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5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]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41D55B96-9350-4F1D-89A6-551331CA8EB7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根据数据生成列表结构</a:t>
            </a:r>
          </a:p>
        </p:txBody>
      </p:sp>
    </p:spTree>
    <p:extLst>
      <p:ext uri="{BB962C8B-B14F-4D97-AF65-F5344CB8AC3E}">
        <p14:creationId xmlns:p14="http://schemas.microsoft.com/office/powerpoint/2010/main" val="3168711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1384995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&lt;ul&gt;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&lt;li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v-for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"(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item,index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) in 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arr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:title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"item"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{{ index }}{{ item }}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&lt;/li&gt;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&lt;/ul&gt;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41D55B96-9350-4F1D-89A6-551331CA8EB7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根据数据生成列表结构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E41149-487F-4124-AE21-73374C0403F5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el: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data:{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arr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:[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1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2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3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4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FF9940"/>
                </a:solidFill>
                <a:latin typeface="Menlo"/>
              </a:rPr>
              <a:t>5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]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})</a:t>
            </a:r>
          </a:p>
        </p:txBody>
      </p:sp>
    </p:spTree>
    <p:extLst>
      <p:ext uri="{BB962C8B-B14F-4D97-AF65-F5344CB8AC3E}">
        <p14:creationId xmlns:p14="http://schemas.microsoft.com/office/powerpoint/2010/main" val="3482353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1384995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&lt;ul&gt;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&lt;li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v-for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"(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item,index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) in 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arr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:title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"item"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{{ index }}{{ item }}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&lt;/li&gt;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&lt;/ul&gt;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2246769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4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el: 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data: {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  </a:t>
            </a:r>
            <a:r>
              <a:rPr lang="en-US" altLang="zh-CN" sz="1400" dirty="0" err="1">
                <a:solidFill>
                  <a:srgbClr val="6C7680"/>
                </a:solidFill>
                <a:latin typeface="Menlo"/>
              </a:rPr>
              <a:t>arr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: [</a:t>
            </a:r>
            <a:r>
              <a:rPr lang="en-US" altLang="zh-CN" sz="1400" dirty="0">
                <a:solidFill>
                  <a:srgbClr val="FF9940"/>
                </a:solidFill>
                <a:latin typeface="Menlo"/>
              </a:rPr>
              <a:t>1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, </a:t>
            </a:r>
            <a:r>
              <a:rPr lang="en-US" altLang="zh-CN" sz="1400" dirty="0">
                <a:solidFill>
                  <a:srgbClr val="FF9940"/>
                </a:solidFill>
                <a:latin typeface="Menlo"/>
              </a:rPr>
              <a:t>2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, </a:t>
            </a:r>
            <a:r>
              <a:rPr lang="en-US" altLang="zh-CN" sz="1400" dirty="0">
                <a:solidFill>
                  <a:srgbClr val="FF9940"/>
                </a:solidFill>
                <a:latin typeface="Menlo"/>
              </a:rPr>
              <a:t>3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, </a:t>
            </a:r>
            <a:r>
              <a:rPr lang="en-US" altLang="zh-CN" sz="1400" dirty="0">
                <a:solidFill>
                  <a:srgbClr val="FF9940"/>
                </a:solidFill>
                <a:latin typeface="Menlo"/>
              </a:rPr>
              <a:t>4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, </a:t>
            </a:r>
            <a:r>
              <a:rPr lang="en-US" altLang="zh-CN" sz="1400" dirty="0">
                <a:solidFill>
                  <a:srgbClr val="FF9940"/>
                </a:solidFill>
                <a:latin typeface="Menlo"/>
              </a:rPr>
              <a:t>5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],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  </a:t>
            </a:r>
            <a:r>
              <a:rPr lang="en-US" altLang="zh-CN" sz="1400" dirty="0" err="1">
                <a:solidFill>
                  <a:srgbClr val="6C7680"/>
                </a:solidFill>
                <a:latin typeface="Menlo"/>
              </a:rPr>
              <a:t>objArr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: [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    { name: 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"jack"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}, 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    { name: 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"rose"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}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    ]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}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})</a:t>
            </a: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41D55B96-9350-4F1D-89A6-551331CA8EB7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根据数据生成列表结构</a:t>
            </a:r>
          </a:p>
        </p:txBody>
      </p:sp>
    </p:spTree>
    <p:extLst>
      <p:ext uri="{BB962C8B-B14F-4D97-AF65-F5344CB8AC3E}">
        <p14:creationId xmlns:p14="http://schemas.microsoft.com/office/powerpoint/2010/main" val="1671376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1938992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&lt;ul&gt;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&lt;li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v-for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"(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item,index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) in 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arr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:title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"item"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{{ index }}{{ item }}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&lt;/li&gt;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&lt;li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v-for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"(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item,index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) in 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objArr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{{ item.name }}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&lt;/li&gt;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&lt;/ul&gt;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2246769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4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el: 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data: {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  </a:t>
            </a:r>
            <a:r>
              <a:rPr lang="en-US" altLang="zh-CN" sz="1400" dirty="0" err="1">
                <a:solidFill>
                  <a:srgbClr val="6C7680"/>
                </a:solidFill>
                <a:latin typeface="Menlo"/>
              </a:rPr>
              <a:t>arr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: [</a:t>
            </a:r>
            <a:r>
              <a:rPr lang="en-US" altLang="zh-CN" sz="1400" dirty="0">
                <a:solidFill>
                  <a:srgbClr val="FF9940"/>
                </a:solidFill>
                <a:latin typeface="Menlo"/>
              </a:rPr>
              <a:t>1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, </a:t>
            </a:r>
            <a:r>
              <a:rPr lang="en-US" altLang="zh-CN" sz="1400" dirty="0">
                <a:solidFill>
                  <a:srgbClr val="FF9940"/>
                </a:solidFill>
                <a:latin typeface="Menlo"/>
              </a:rPr>
              <a:t>2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, </a:t>
            </a:r>
            <a:r>
              <a:rPr lang="en-US" altLang="zh-CN" sz="1400" dirty="0">
                <a:solidFill>
                  <a:srgbClr val="FF9940"/>
                </a:solidFill>
                <a:latin typeface="Menlo"/>
              </a:rPr>
              <a:t>3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, </a:t>
            </a:r>
            <a:r>
              <a:rPr lang="en-US" altLang="zh-CN" sz="1400" dirty="0">
                <a:solidFill>
                  <a:srgbClr val="FF9940"/>
                </a:solidFill>
                <a:latin typeface="Menlo"/>
              </a:rPr>
              <a:t>4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, </a:t>
            </a:r>
            <a:r>
              <a:rPr lang="en-US" altLang="zh-CN" sz="1400" dirty="0">
                <a:solidFill>
                  <a:srgbClr val="FF9940"/>
                </a:solidFill>
                <a:latin typeface="Menlo"/>
              </a:rPr>
              <a:t>5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],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  </a:t>
            </a:r>
            <a:r>
              <a:rPr lang="en-US" altLang="zh-CN" sz="1400" dirty="0" err="1">
                <a:solidFill>
                  <a:srgbClr val="6C7680"/>
                </a:solidFill>
                <a:latin typeface="Menlo"/>
              </a:rPr>
              <a:t>objArr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: [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    { name: 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"jack"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}, 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    { name: 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"rose"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}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    ]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  }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})</a:t>
            </a: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41D55B96-9350-4F1D-89A6-551331CA8EB7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根据数据生成列表结构</a:t>
            </a:r>
          </a:p>
        </p:txBody>
      </p:sp>
    </p:spTree>
    <p:extLst>
      <p:ext uri="{BB962C8B-B14F-4D97-AF65-F5344CB8AC3E}">
        <p14:creationId xmlns:p14="http://schemas.microsoft.com/office/powerpoint/2010/main" val="389933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0C607-6D1B-4E1A-88A6-020C0B280359}"/>
              </a:ext>
            </a:extLst>
          </p:cNvPr>
          <p:cNvSpPr txBox="1"/>
          <p:nvPr/>
        </p:nvSpPr>
        <p:spPr>
          <a:xfrm>
            <a:off x="3433924" y="1491630"/>
            <a:ext cx="5280517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srgbClr val="28384B"/>
                </a:solidFill>
                <a:latin typeface="HelveticaNeue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v-for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指令的作用是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根据数据生成列表结构</a:t>
            </a:r>
            <a:endParaRPr lang="en-US" altLang="zh-CN" sz="1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B81A0DFD-E1E2-4E5E-81E6-3B07E1DF60E9}"/>
              </a:ext>
            </a:extLst>
          </p:cNvPr>
          <p:cNvSpPr txBox="1"/>
          <p:nvPr/>
        </p:nvSpPr>
        <p:spPr>
          <a:xfrm>
            <a:off x="3433925" y="1948776"/>
            <a:ext cx="5458552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数组经常和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v-for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结合使用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360BD8FC-0B07-4293-A23B-676226CC62AD}"/>
              </a:ext>
            </a:extLst>
          </p:cNvPr>
          <p:cNvSpPr txBox="1"/>
          <p:nvPr/>
        </p:nvSpPr>
        <p:spPr>
          <a:xfrm>
            <a:off x="3433925" y="2406306"/>
            <a:ext cx="567457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语法是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 </a:t>
            </a:r>
            <a:r>
              <a:rPr lang="en-US" altLang="zh-CN" sz="1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item,index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) in 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C01BFD-A686-4D8E-A0F4-5071E661095A}"/>
              </a:ext>
            </a:extLst>
          </p:cNvPr>
          <p:cNvSpPr/>
          <p:nvPr/>
        </p:nvSpPr>
        <p:spPr bwMode="auto">
          <a:xfrm>
            <a:off x="539552" y="2357609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0953ED-223E-4889-95A8-EBB3C621D7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29545" y="1709536"/>
            <a:ext cx="558450" cy="648073"/>
          </a:xfrm>
          <a:prstGeom prst="rect">
            <a:avLst/>
          </a:prstGeo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AD2BA062-F0D3-4BE3-A343-94BC97D5D658}"/>
              </a:ext>
            </a:extLst>
          </p:cNvPr>
          <p:cNvSpPr txBox="1"/>
          <p:nvPr/>
        </p:nvSpPr>
        <p:spPr>
          <a:xfrm>
            <a:off x="3433925" y="2863836"/>
            <a:ext cx="524252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item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index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可以结合其他指令一起使用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200F982A-85BE-47A0-B79D-A7728840911E}"/>
              </a:ext>
            </a:extLst>
          </p:cNvPr>
          <p:cNvSpPr txBox="1"/>
          <p:nvPr/>
        </p:nvSpPr>
        <p:spPr>
          <a:xfrm>
            <a:off x="3436258" y="3321364"/>
            <a:ext cx="524252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数组长度的更新会同步到页面上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是响应式的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5392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  <p:bldP spid="10" grpId="0"/>
      <p:bldP spid="16" grpId="0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2644033" y="2794930"/>
            <a:ext cx="1360520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1484010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058D203-DA32-472A-9C8E-937F6FA55C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13295" y="2146857"/>
            <a:ext cx="558450" cy="64807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619E61E-1BA4-4985-90BE-58B3ED4BC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310" y="684972"/>
            <a:ext cx="2964470" cy="2329226"/>
          </a:xfrm>
          <a:prstGeom prst="rect">
            <a:avLst/>
          </a:prstGeom>
          <a:ln>
            <a:solidFill>
              <a:srgbClr val="404040"/>
            </a:solidFill>
          </a:ln>
        </p:spPr>
      </p:pic>
    </p:spTree>
    <p:extLst>
      <p:ext uri="{BB962C8B-B14F-4D97-AF65-F5344CB8AC3E}">
        <p14:creationId xmlns:p14="http://schemas.microsoft.com/office/powerpoint/2010/main" val="2807341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2644033" y="2794930"/>
            <a:ext cx="1360520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1484010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058D203-DA32-472A-9C8E-937F6FA55C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1484010" y="2146857"/>
            <a:ext cx="558450" cy="64807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619E61E-1BA4-4985-90BE-58B3ED4BC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310" y="684972"/>
            <a:ext cx="2964470" cy="2329226"/>
          </a:xfrm>
          <a:prstGeom prst="rect">
            <a:avLst/>
          </a:prstGeom>
          <a:ln>
            <a:solidFill>
              <a:srgbClr val="404040"/>
            </a:solidFill>
          </a:ln>
        </p:spPr>
      </p:pic>
    </p:spTree>
    <p:extLst>
      <p:ext uri="{BB962C8B-B14F-4D97-AF65-F5344CB8AC3E}">
        <p14:creationId xmlns:p14="http://schemas.microsoft.com/office/powerpoint/2010/main" val="388602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3E749766-BD97-4F70-95A6-C3D8B15C5E8E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传递自定义参数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事件修饰符</a:t>
            </a:r>
          </a:p>
        </p:txBody>
      </p:sp>
    </p:spTree>
    <p:extLst>
      <p:ext uri="{BB962C8B-B14F-4D97-AF65-F5344CB8AC3E}">
        <p14:creationId xmlns:p14="http://schemas.microsoft.com/office/powerpoint/2010/main" val="563424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73866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doIt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/&gt;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el: 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methods: 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</a:t>
            </a:r>
            <a:r>
              <a:rPr lang="en-US" altLang="zh-CN" dirty="0" err="1">
                <a:solidFill>
                  <a:srgbClr val="F2AE49"/>
                </a:solidFill>
                <a:latin typeface="Menlo"/>
              </a:rPr>
              <a:t>doIt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() {},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})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3A63C0-CA55-4F4F-97B3-072E37C2CF98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30A037E7-EED2-4280-9E17-441776CAD223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传递自定义参数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事件修饰符</a:t>
            </a:r>
          </a:p>
        </p:txBody>
      </p:sp>
    </p:spTree>
    <p:extLst>
      <p:ext uri="{BB962C8B-B14F-4D97-AF65-F5344CB8AC3E}">
        <p14:creationId xmlns:p14="http://schemas.microsoft.com/office/powerpoint/2010/main" val="970419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64633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“button”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“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doIt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(p1)"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/&gt;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el: 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methods: 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</a:t>
            </a:r>
            <a:r>
              <a:rPr lang="en-US" altLang="zh-CN" dirty="0" err="1">
                <a:solidFill>
                  <a:srgbClr val="F2AE49"/>
                </a:solidFill>
                <a:latin typeface="Menlo"/>
              </a:rPr>
              <a:t>doIt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dirty="0">
                <a:solidFill>
                  <a:srgbClr val="A37ACC"/>
                </a:solidFill>
                <a:latin typeface="Menlo"/>
              </a:rPr>
              <a:t>p1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) {},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});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3A63C0-CA55-4F4F-97B3-072E37C2CF98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30A037E7-EED2-4280-9E17-441776CAD223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传递自定义参数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事件修饰符</a:t>
            </a:r>
          </a:p>
        </p:txBody>
      </p:sp>
    </p:spTree>
    <p:extLst>
      <p:ext uri="{BB962C8B-B14F-4D97-AF65-F5344CB8AC3E}">
        <p14:creationId xmlns:p14="http://schemas.microsoft.com/office/powerpoint/2010/main" val="2993919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646331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doIt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(p1,p2)"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/&gt;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el: 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methods: 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</a:t>
            </a:r>
            <a:r>
              <a:rPr lang="en-US" altLang="zh-CN" dirty="0" err="1">
                <a:solidFill>
                  <a:srgbClr val="F2AE49"/>
                </a:solidFill>
                <a:latin typeface="Menlo"/>
              </a:rPr>
              <a:t>doIt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dirty="0">
                <a:solidFill>
                  <a:srgbClr val="A37ACC"/>
                </a:solidFill>
                <a:latin typeface="Menlo"/>
              </a:rPr>
              <a:t>p1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A37ACC"/>
                </a:solidFill>
                <a:latin typeface="Menlo"/>
              </a:rPr>
              <a:t>p2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) {},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})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3A63C0-CA55-4F4F-97B3-072E37C2CF98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30A037E7-EED2-4280-9E17-441776CAD223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传递自定义参数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事件修饰符</a:t>
            </a:r>
          </a:p>
        </p:txBody>
      </p:sp>
    </p:spTree>
    <p:extLst>
      <p:ext uri="{BB962C8B-B14F-4D97-AF65-F5344CB8AC3E}">
        <p14:creationId xmlns:p14="http://schemas.microsoft.com/office/powerpoint/2010/main" val="1946491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830997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doIt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(p1,p2)"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/&gt;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"text"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keyup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sayHi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2031325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el: 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methods: 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</a:t>
            </a:r>
            <a:r>
              <a:rPr lang="en-US" altLang="zh-CN" dirty="0" err="1">
                <a:solidFill>
                  <a:srgbClr val="F2AE49"/>
                </a:solidFill>
                <a:latin typeface="Menlo"/>
              </a:rPr>
              <a:t>doIt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dirty="0">
                <a:solidFill>
                  <a:srgbClr val="A37ACC"/>
                </a:solidFill>
                <a:latin typeface="Menlo"/>
              </a:rPr>
              <a:t>p1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A37ACC"/>
                </a:solidFill>
                <a:latin typeface="Menlo"/>
              </a:rPr>
              <a:t>p2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) {},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</a:t>
            </a:r>
            <a:r>
              <a:rPr lang="en-US" altLang="zh-CN" dirty="0" err="1">
                <a:solidFill>
                  <a:srgbClr val="F2AE49"/>
                </a:solidFill>
                <a:latin typeface="Menlo"/>
              </a:rPr>
              <a:t>sayHi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 err="1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(){}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})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3A63C0-CA55-4F4F-97B3-072E37C2CF98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30A037E7-EED2-4280-9E17-441776CAD223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传递自定义参数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事件修饰符</a:t>
            </a:r>
          </a:p>
        </p:txBody>
      </p:sp>
    </p:spTree>
    <p:extLst>
      <p:ext uri="{BB962C8B-B14F-4D97-AF65-F5344CB8AC3E}">
        <p14:creationId xmlns:p14="http://schemas.microsoft.com/office/powerpoint/2010/main" val="2042918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830997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"button"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@click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doIt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(p1,p2)"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/&gt;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"text"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@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keyup.enter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 err="1">
                <a:solidFill>
                  <a:srgbClr val="86B300"/>
                </a:solidFill>
                <a:latin typeface="Menlo"/>
              </a:rPr>
              <a:t>sayHi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2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2031325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el: 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methods: 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</a:t>
            </a:r>
            <a:r>
              <a:rPr lang="en-US" altLang="zh-CN" dirty="0" err="1">
                <a:solidFill>
                  <a:srgbClr val="F2AE49"/>
                </a:solidFill>
                <a:latin typeface="Menlo"/>
              </a:rPr>
              <a:t>doIt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: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dirty="0">
                <a:solidFill>
                  <a:srgbClr val="A37ACC"/>
                </a:solidFill>
                <a:latin typeface="Menlo"/>
              </a:rPr>
              <a:t>p1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  <a:r>
              <a:rPr lang="en-US" altLang="zh-CN" dirty="0">
                <a:solidFill>
                  <a:srgbClr val="A37ACC"/>
                </a:solidFill>
                <a:latin typeface="Menlo"/>
              </a:rPr>
              <a:t>p2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) {},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</a:t>
            </a:r>
            <a:r>
              <a:rPr lang="en-US" altLang="zh-CN" dirty="0" err="1">
                <a:solidFill>
                  <a:srgbClr val="F2AE49"/>
                </a:solidFill>
                <a:latin typeface="Menlo"/>
              </a:rPr>
              <a:t>sayHi</a:t>
            </a:r>
            <a:r>
              <a:rPr lang="en-US" altLang="zh-CN" dirty="0" err="1">
                <a:solidFill>
                  <a:srgbClr val="6C7680"/>
                </a:solidFill>
                <a:latin typeface="Menlo"/>
              </a:rPr>
              <a:t>:</a:t>
            </a:r>
            <a:r>
              <a:rPr lang="en-US" altLang="zh-CN" dirty="0" err="1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(){}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})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3A63C0-CA55-4F4F-97B3-072E37C2CF98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30A037E7-EED2-4280-9E17-441776CAD223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传递自定义参数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事件修饰符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FD9F952-C0E7-4BF3-9A81-3A7C97EAA74F}"/>
              </a:ext>
            </a:extLst>
          </p:cNvPr>
          <p:cNvGrpSpPr>
            <a:grpSpLocks/>
          </p:cNvGrpSpPr>
          <p:nvPr/>
        </p:nvGrpSpPr>
        <p:grpSpPr bwMode="auto">
          <a:xfrm>
            <a:off x="828681" y="3393247"/>
            <a:ext cx="3167255" cy="945097"/>
            <a:chOff x="879549" y="3893649"/>
            <a:chExt cx="3167255" cy="946525"/>
          </a:xfrm>
        </p:grpSpPr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F312DA31-0C1E-4F67-8891-8DAA2AF993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9549" y="3893649"/>
              <a:ext cx="2227263" cy="369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文档传送门</a:t>
              </a:r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B2419C42-2C44-4FCD-9C54-8FD81C8886E2}"/>
                </a:ext>
              </a:extLst>
            </p:cNvPr>
            <p:cNvSpPr txBox="1"/>
            <p:nvPr/>
          </p:nvSpPr>
          <p:spPr>
            <a:xfrm>
              <a:off x="879549" y="4232296"/>
              <a:ext cx="3167255" cy="6078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auto">
                <a:lnSpc>
                  <a:spcPct val="2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dirty="0">
                  <a:solidFill>
                    <a:srgbClr val="00B0F0"/>
                  </a:solidFill>
                </a:rPr>
                <a:t>https://cn.vuejs.org/v2/api/#v-on</a:t>
              </a:r>
              <a:endParaRPr lang="zh-CN" altLang="en-US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5855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0C607-6D1B-4E1A-88A6-020C0B280359}"/>
              </a:ext>
            </a:extLst>
          </p:cNvPr>
          <p:cNvSpPr txBox="1"/>
          <p:nvPr/>
        </p:nvSpPr>
        <p:spPr>
          <a:xfrm>
            <a:off x="3433924" y="1491630"/>
            <a:ext cx="5280517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srgbClr val="28384B"/>
                </a:solidFill>
                <a:latin typeface="HelveticaNeue"/>
              </a:rPr>
              <a:t> 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事件绑定的方法写成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函数调用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的形式，可以传入自定义参数</a:t>
            </a:r>
            <a:endParaRPr lang="en-US" altLang="zh-CN" sz="1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B81A0DFD-E1E2-4E5E-81E6-3B07E1DF60E9}"/>
              </a:ext>
            </a:extLst>
          </p:cNvPr>
          <p:cNvSpPr txBox="1"/>
          <p:nvPr/>
        </p:nvSpPr>
        <p:spPr>
          <a:xfrm>
            <a:off x="3433925" y="1948776"/>
            <a:ext cx="5458552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定义方法时需要定义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形参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来接收传入的实参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360BD8FC-0B07-4293-A23B-676226CC62AD}"/>
              </a:ext>
            </a:extLst>
          </p:cNvPr>
          <p:cNvSpPr txBox="1"/>
          <p:nvPr/>
        </p:nvSpPr>
        <p:spPr>
          <a:xfrm>
            <a:off x="3433925" y="2406306"/>
            <a:ext cx="567457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事件的后面跟上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修饰符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可以对事件进行限制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C01BFD-A686-4D8E-A0F4-5071E661095A}"/>
              </a:ext>
            </a:extLst>
          </p:cNvPr>
          <p:cNvSpPr/>
          <p:nvPr/>
        </p:nvSpPr>
        <p:spPr bwMode="auto">
          <a:xfrm>
            <a:off x="539552" y="2357609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0953ED-223E-4889-95A8-EBB3C621D7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29545" y="1709536"/>
            <a:ext cx="558450" cy="648073"/>
          </a:xfrm>
          <a:prstGeom prst="rect">
            <a:avLst/>
          </a:prstGeo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AD2BA062-F0D3-4BE3-A343-94BC97D5D658}"/>
              </a:ext>
            </a:extLst>
          </p:cNvPr>
          <p:cNvSpPr txBox="1"/>
          <p:nvPr/>
        </p:nvSpPr>
        <p:spPr>
          <a:xfrm>
            <a:off x="3433925" y="2863836"/>
            <a:ext cx="524252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.enter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可以限制触发的按键为回车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200F982A-85BE-47A0-B79D-A7728840911E}"/>
              </a:ext>
            </a:extLst>
          </p:cNvPr>
          <p:cNvSpPr txBox="1"/>
          <p:nvPr/>
        </p:nvSpPr>
        <p:spPr>
          <a:xfrm>
            <a:off x="3436258" y="3321364"/>
            <a:ext cx="524252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事件修饰符有多种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9249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  <p:bldP spid="10" grpId="0"/>
      <p:bldP spid="16" grpId="0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2644033" y="2794930"/>
            <a:ext cx="1360520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1484010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058D203-DA32-472A-9C8E-937F6FA55C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1484010" y="2146857"/>
            <a:ext cx="558450" cy="64807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619E61E-1BA4-4985-90BE-58B3ED4BC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310" y="684972"/>
            <a:ext cx="2964470" cy="2329226"/>
          </a:xfrm>
          <a:prstGeom prst="rect">
            <a:avLst/>
          </a:prstGeom>
          <a:ln>
            <a:solidFill>
              <a:srgbClr val="404040"/>
            </a:solidFill>
          </a:ln>
        </p:spPr>
      </p:pic>
    </p:spTree>
    <p:extLst>
      <p:ext uri="{BB962C8B-B14F-4D97-AF65-F5344CB8AC3E}">
        <p14:creationId xmlns:p14="http://schemas.microsoft.com/office/powerpoint/2010/main" val="3049431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2644033" y="2794930"/>
            <a:ext cx="1360520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1484010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058D203-DA32-472A-9C8E-937F6FA55C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2631938" y="2146857"/>
            <a:ext cx="558450" cy="64807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619E61E-1BA4-4985-90BE-58B3ED4BC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310" y="684972"/>
            <a:ext cx="2964470" cy="2329226"/>
          </a:xfrm>
          <a:prstGeom prst="rect">
            <a:avLst/>
          </a:prstGeom>
          <a:ln>
            <a:solidFill>
              <a:srgbClr val="404040"/>
            </a:solidFill>
          </a:ln>
        </p:spPr>
      </p:pic>
    </p:spTree>
    <p:extLst>
      <p:ext uri="{BB962C8B-B14F-4D97-AF65-F5344CB8AC3E}">
        <p14:creationId xmlns:p14="http://schemas.microsoft.com/office/powerpoint/2010/main" val="2640834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3E749766-BD97-4F70-95A6-C3D8B15C5E8E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获取和设置表单元素的值</a:t>
            </a:r>
          </a:p>
        </p:txBody>
      </p:sp>
    </p:spTree>
    <p:extLst>
      <p:ext uri="{BB962C8B-B14F-4D97-AF65-F5344CB8AC3E}">
        <p14:creationId xmlns:p14="http://schemas.microsoft.com/office/powerpoint/2010/main" val="1038626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3E749766-BD97-4F70-95A6-C3D8B15C5E8E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获取和设置表单元素的值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双向数据绑定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1459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52322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47732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el: 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data: {</a:t>
            </a: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})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C9401A-FE85-488B-A426-F38EAAFF1BE7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CE43A129-92B0-4D1B-94EF-A86330EC8794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获取和设置表单元素的值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双向数据绑定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6158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73866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"text"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/&gt;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477328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el: 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data: {</a:t>
            </a: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})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C9401A-FE85-488B-A426-F38EAAFF1BE7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D8B391C4-AAAA-401B-9254-AC820E31041B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获取和设置表单元素的值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双向数据绑定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4575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73866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"text"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/&gt;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el: 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data: 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message: 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黑马程序员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})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C9401A-FE85-488B-A426-F38EAAFF1BE7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72793667-AAEF-41FC-BC6B-824FE59DB246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获取和设置表单元素的值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双向数据绑定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7030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73866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"text"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v-model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"message"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/&gt;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el: 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data: 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message: 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黑马程序员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})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C9401A-FE85-488B-A426-F38EAAFF1BE7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A30E9CD-DA16-43CA-8CBD-329BA473581C}"/>
              </a:ext>
            </a:extLst>
          </p:cNvPr>
          <p:cNvCxnSpPr>
            <a:cxnSpLocks/>
          </p:cNvCxnSpPr>
          <p:nvPr/>
        </p:nvCxnSpPr>
        <p:spPr>
          <a:xfrm flipH="1" flipV="1">
            <a:off x="3863656" y="2805665"/>
            <a:ext cx="1044115" cy="572941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35">
            <a:extLst>
              <a:ext uri="{FF2B5EF4-FFF2-40B4-BE49-F238E27FC236}">
                <a16:creationId xmlns:a16="http://schemas.microsoft.com/office/drawing/2014/main" id="{9731AC3C-5F9F-4E81-B6F3-17E4C66FB67D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获取和设置表单元素的值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双向数据绑定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7619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73866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"text"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v-model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"message"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/&gt;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el: 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data: 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message: 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黑马程序员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})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C9401A-FE85-488B-A426-F38EAAFF1BE7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8C3C9CF-93DE-4BC2-965C-4190A00838A9}"/>
              </a:ext>
            </a:extLst>
          </p:cNvPr>
          <p:cNvCxnSpPr>
            <a:cxnSpLocks/>
          </p:cNvCxnSpPr>
          <p:nvPr/>
        </p:nvCxnSpPr>
        <p:spPr>
          <a:xfrm>
            <a:off x="4139952" y="2639942"/>
            <a:ext cx="1008112" cy="553412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A30E9CD-DA16-43CA-8CBD-329BA473581C}"/>
              </a:ext>
            </a:extLst>
          </p:cNvPr>
          <p:cNvCxnSpPr>
            <a:cxnSpLocks/>
          </p:cNvCxnSpPr>
          <p:nvPr/>
        </p:nvCxnSpPr>
        <p:spPr>
          <a:xfrm flipH="1" flipV="1">
            <a:off x="3863656" y="2805665"/>
            <a:ext cx="1044115" cy="572941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35">
            <a:extLst>
              <a:ext uri="{FF2B5EF4-FFF2-40B4-BE49-F238E27FC236}">
                <a16:creationId xmlns:a16="http://schemas.microsoft.com/office/drawing/2014/main" id="{CD784397-D421-466A-8373-5C556D6CFF2E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获取和设置表单元素的值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双向数据绑定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6266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683568" y="2283718"/>
            <a:ext cx="3528392" cy="73866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&lt;div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id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"app"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&lt;input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type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"text"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v-model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"message"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/&gt;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&lt;/div&gt;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DFAD2-A5FA-4699-851C-486B4E3CD118}"/>
              </a:ext>
            </a:extLst>
          </p:cNvPr>
          <p:cNvSpPr/>
          <p:nvPr/>
        </p:nvSpPr>
        <p:spPr>
          <a:xfrm>
            <a:off x="4572000" y="2283718"/>
            <a:ext cx="3456384" cy="175432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el: 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data: {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    message: 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dirty="0">
                <a:solidFill>
                  <a:srgbClr val="86B300"/>
                </a:solidFill>
                <a:latin typeface="Menlo"/>
              </a:rPr>
              <a:t>黑马程序员</a:t>
            </a:r>
            <a:r>
              <a:rPr lang="en-US" altLang="zh-CN" dirty="0">
                <a:solidFill>
                  <a:srgbClr val="86B300"/>
                </a:solidFill>
                <a:latin typeface="Menlo"/>
              </a:rPr>
              <a:t>"</a:t>
            </a:r>
            <a:endParaRPr lang="zh-CN" altLang="en-US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dirty="0">
                <a:solidFill>
                  <a:srgbClr val="6C7680"/>
                </a:solidFill>
                <a:latin typeface="Menlo"/>
              </a:rPr>
              <a:t>}</a:t>
            </a:r>
          </a:p>
          <a:p>
            <a:r>
              <a:rPr lang="en-US" altLang="zh-CN" dirty="0">
                <a:solidFill>
                  <a:srgbClr val="6C7680"/>
                </a:solidFill>
                <a:latin typeface="Menlo"/>
              </a:rPr>
              <a:t>      })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C9401A-FE85-488B-A426-F38EAAFF1BE7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A30E9CD-DA16-43CA-8CBD-329BA473581C}"/>
              </a:ext>
            </a:extLst>
          </p:cNvPr>
          <p:cNvCxnSpPr>
            <a:cxnSpLocks/>
          </p:cNvCxnSpPr>
          <p:nvPr/>
        </p:nvCxnSpPr>
        <p:spPr>
          <a:xfrm flipH="1" flipV="1">
            <a:off x="4049942" y="2696647"/>
            <a:ext cx="1044115" cy="572941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35">
            <a:extLst>
              <a:ext uri="{FF2B5EF4-FFF2-40B4-BE49-F238E27FC236}">
                <a16:creationId xmlns:a16="http://schemas.microsoft.com/office/drawing/2014/main" id="{0D7C2CCE-CCD6-46E9-A810-4A243E9B3684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获取和设置表单元素的值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双向数据绑定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9741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0C607-6D1B-4E1A-88A6-020C0B280359}"/>
              </a:ext>
            </a:extLst>
          </p:cNvPr>
          <p:cNvSpPr txBox="1"/>
          <p:nvPr/>
        </p:nvSpPr>
        <p:spPr>
          <a:xfrm>
            <a:off x="3433924" y="1923678"/>
            <a:ext cx="5280517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srgbClr val="28384B"/>
                </a:solidFill>
                <a:latin typeface="HelveticaNeue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v-model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指令的作用是便捷的设置和获取表单元素的值</a:t>
            </a:r>
            <a:endParaRPr lang="en-US" altLang="zh-CN" sz="1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B81A0DFD-E1E2-4E5E-81E6-3B07E1DF60E9}"/>
              </a:ext>
            </a:extLst>
          </p:cNvPr>
          <p:cNvSpPr txBox="1"/>
          <p:nvPr/>
        </p:nvSpPr>
        <p:spPr>
          <a:xfrm>
            <a:off x="3433925" y="2407124"/>
            <a:ext cx="5458552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绑定的数据会和表单元素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值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相关联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C01BFD-A686-4D8E-A0F4-5071E661095A}"/>
              </a:ext>
            </a:extLst>
          </p:cNvPr>
          <p:cNvSpPr/>
          <p:nvPr/>
        </p:nvSpPr>
        <p:spPr bwMode="auto">
          <a:xfrm>
            <a:off x="539552" y="2357609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0953ED-223E-4889-95A8-EBB3C621D7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29545" y="1709536"/>
            <a:ext cx="558450" cy="648073"/>
          </a:xfrm>
          <a:prstGeom prst="rect">
            <a:avLst/>
          </a:prstGeom>
        </p:spPr>
      </p:pic>
      <p:sp>
        <p:nvSpPr>
          <p:cNvPr id="16" name="TextBox 7">
            <a:extLst>
              <a:ext uri="{FF2B5EF4-FFF2-40B4-BE49-F238E27FC236}">
                <a16:creationId xmlns:a16="http://schemas.microsoft.com/office/drawing/2014/main" id="{200F982A-85BE-47A0-B79D-A7728840911E}"/>
              </a:ext>
            </a:extLst>
          </p:cNvPr>
          <p:cNvSpPr txBox="1"/>
          <p:nvPr/>
        </p:nvSpPr>
        <p:spPr>
          <a:xfrm>
            <a:off x="3432458" y="2890954"/>
            <a:ext cx="524252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绑定的数据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←→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表单元素的值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0873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6" grpId="0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2644033" y="2794930"/>
            <a:ext cx="1360520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1484010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058D203-DA32-472A-9C8E-937F6FA55C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2631938" y="2146857"/>
            <a:ext cx="558450" cy="64807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4A5B0EC7-6BA9-430E-AEF4-EC4DC3876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372" y="627841"/>
            <a:ext cx="2639502" cy="238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84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7068C-5375-4B8C-9904-116345E316F3}"/>
              </a:ext>
            </a:extLst>
          </p:cNvPr>
          <p:cNvSpPr/>
          <p:nvPr/>
        </p:nvSpPr>
        <p:spPr bwMode="auto">
          <a:xfrm>
            <a:off x="2644033" y="2794930"/>
            <a:ext cx="1360520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1484010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A5B0EC7-6BA9-430E-AEF4-EC4DC3876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372" y="627841"/>
            <a:ext cx="2639502" cy="2386642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C058D203-DA32-472A-9C8E-937F6FA55C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5343372" y="2366125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666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0CBC60F5-86FE-4518-B04F-D433C7EA041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325998"/>
            <a:ext cx="1224136" cy="453664"/>
            <a:chOff x="6480626" y="1275097"/>
            <a:chExt cx="1914904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4B16149-DFF4-4BF8-AA6A-ADC407AB3408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新增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C094BF0-FB86-48BE-8B70-50C9B78DB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942039C-38CF-466F-BD1B-F6F65F9C94AF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D88C0DF-F760-4019-9363-6BC5521A80F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926912"/>
            <a:ext cx="1224136" cy="453664"/>
            <a:chOff x="6480626" y="1275097"/>
            <a:chExt cx="1914904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544D9F4-090F-4057-8FF6-B52CFB4A688A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6252CF1-A46A-4ECF-83C9-6C65C23F2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F7C5833-E0EB-4AC2-A0E0-6012F6082B83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A1EF781-C873-4DE3-905D-C3C4AA492B7A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2527826"/>
            <a:ext cx="1224136" cy="453664"/>
            <a:chOff x="6480626" y="1275097"/>
            <a:chExt cx="1914904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72B2924-3BDB-4C84-9509-977204CB1B83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统计</a:t>
              </a:r>
            </a:p>
          </p:txBody>
        </p:sp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ED078B3C-1854-4460-9D0E-88267FFAE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912D308-0AF4-4FCE-B3E2-6A447F4D83E5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0B00E31-BFDF-4B05-A344-4633F05E12E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128740"/>
            <a:ext cx="1224136" cy="453664"/>
            <a:chOff x="6480626" y="1275097"/>
            <a:chExt cx="1914904" cy="710353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528E85F-102E-494E-8C24-7E3471158115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清空</a:t>
              </a:r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C4ED3FC8-9D48-40BF-81A8-59CD05BCC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4E294907-B2F4-49F0-B442-6737C9853D65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8AE2102-1862-451F-A99D-6430235733A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729653"/>
            <a:ext cx="1224136" cy="453664"/>
            <a:chOff x="6480626" y="1275097"/>
            <a:chExt cx="1914904" cy="71035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231A34F-41BA-4746-AA0B-F0E3902393F4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隐藏</a:t>
              </a:r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4253DB7E-1D4D-4E8F-A370-46B47B0DC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D35B7CC6-4C7A-40BF-B29F-06A46F5638B7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75506" y="195485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80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0CBC60F5-86FE-4518-B04F-D433C7EA041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325998"/>
            <a:ext cx="1224136" cy="453664"/>
            <a:chOff x="6480626" y="1275097"/>
            <a:chExt cx="1914904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4B16149-DFF4-4BF8-AA6A-ADC407AB3408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新增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C094BF0-FB86-48BE-8B70-50C9B78DB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942039C-38CF-466F-BD1B-F6F65F9C94AF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D88C0DF-F760-4019-9363-6BC5521A80F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926912"/>
            <a:ext cx="1224136" cy="453664"/>
            <a:chOff x="6480626" y="1275097"/>
            <a:chExt cx="1914904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544D9F4-090F-4057-8FF6-B52CFB4A688A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6252CF1-A46A-4ECF-83C9-6C65C23F2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F7C5833-E0EB-4AC2-A0E0-6012F6082B83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A1EF781-C873-4DE3-905D-C3C4AA492B7A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2527826"/>
            <a:ext cx="1224136" cy="453664"/>
            <a:chOff x="6480626" y="1275097"/>
            <a:chExt cx="1914904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72B2924-3BDB-4C84-9509-977204CB1B83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统计</a:t>
              </a:r>
            </a:p>
          </p:txBody>
        </p:sp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ED078B3C-1854-4460-9D0E-88267FFAE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912D308-0AF4-4FCE-B3E2-6A447F4D83E5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0B00E31-BFDF-4B05-A344-4633F05E12E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128740"/>
            <a:ext cx="1224136" cy="453664"/>
            <a:chOff x="6480626" y="1275097"/>
            <a:chExt cx="1914904" cy="710353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528E85F-102E-494E-8C24-7E3471158115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清空</a:t>
              </a:r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C4ED3FC8-9D48-40BF-81A8-59CD05BCC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4E294907-B2F4-49F0-B442-6737C9853D65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8AE2102-1862-451F-A99D-6430235733A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729653"/>
            <a:ext cx="1224136" cy="453664"/>
            <a:chOff x="6480626" y="1275097"/>
            <a:chExt cx="1914904" cy="71035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231A34F-41BA-4746-AA0B-F0E3902393F4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隐藏</a:t>
              </a:r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4253DB7E-1D4D-4E8F-A370-46B47B0DC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D35B7CC6-4C7A-40BF-B29F-06A46F5638B7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892794" y="1121721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830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0CBC60F5-86FE-4518-B04F-D433C7EA041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325998"/>
            <a:ext cx="1224136" cy="453664"/>
            <a:chOff x="6480626" y="1275097"/>
            <a:chExt cx="1914904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4B16149-DFF4-4BF8-AA6A-ADC407AB3408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新增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C094BF0-FB86-48BE-8B70-50C9B78DB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942039C-38CF-466F-BD1B-F6F65F9C94AF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892794" y="1121721"/>
            <a:ext cx="558450" cy="648073"/>
          </a:xfrm>
          <a:prstGeom prst="rect">
            <a:avLst/>
          </a:prstGeom>
        </p:spPr>
      </p:pic>
      <p:sp>
        <p:nvSpPr>
          <p:cNvPr id="28" name="TextBox 7">
            <a:extLst>
              <a:ext uri="{FF2B5EF4-FFF2-40B4-BE49-F238E27FC236}">
                <a16:creationId xmlns:a16="http://schemas.microsoft.com/office/drawing/2014/main" id="{66F4F8A0-B90B-4006-B4B0-149F34026EDD}"/>
              </a:ext>
            </a:extLst>
          </p:cNvPr>
          <p:cNvSpPr txBox="1"/>
          <p:nvPr/>
        </p:nvSpPr>
        <p:spPr>
          <a:xfrm>
            <a:off x="5940152" y="1460395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生成列表结构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5E812221-57A6-42B7-A114-EC01C8C95818}"/>
              </a:ext>
            </a:extLst>
          </p:cNvPr>
          <p:cNvSpPr txBox="1"/>
          <p:nvPr/>
        </p:nvSpPr>
        <p:spPr>
          <a:xfrm>
            <a:off x="5940152" y="1801290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获取用户输入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TextBox 7">
            <a:extLst>
              <a:ext uri="{FF2B5EF4-FFF2-40B4-BE49-F238E27FC236}">
                <a16:creationId xmlns:a16="http://schemas.microsoft.com/office/drawing/2014/main" id="{1006C135-7F06-4696-847F-438AC1C9F126}"/>
              </a:ext>
            </a:extLst>
          </p:cNvPr>
          <p:cNvSpPr txBox="1"/>
          <p:nvPr/>
        </p:nvSpPr>
        <p:spPr>
          <a:xfrm>
            <a:off x="5940152" y="212135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回车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新增数据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3527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0CBC60F5-86FE-4518-B04F-D433C7EA041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325998"/>
            <a:ext cx="1224136" cy="453664"/>
            <a:chOff x="6480626" y="1275097"/>
            <a:chExt cx="1914904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4B16149-DFF4-4BF8-AA6A-ADC407AB3408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新增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C094BF0-FB86-48BE-8B70-50C9B78DB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942039C-38CF-466F-BD1B-F6F65F9C94AF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892794" y="1121721"/>
            <a:ext cx="558450" cy="648073"/>
          </a:xfrm>
          <a:prstGeom prst="rect">
            <a:avLst/>
          </a:prstGeom>
        </p:spPr>
      </p:pic>
      <p:sp>
        <p:nvSpPr>
          <p:cNvPr id="28" name="TextBox 7">
            <a:extLst>
              <a:ext uri="{FF2B5EF4-FFF2-40B4-BE49-F238E27FC236}">
                <a16:creationId xmlns:a16="http://schemas.microsoft.com/office/drawing/2014/main" id="{66F4F8A0-B90B-4006-B4B0-149F34026EDD}"/>
              </a:ext>
            </a:extLst>
          </p:cNvPr>
          <p:cNvSpPr txBox="1"/>
          <p:nvPr/>
        </p:nvSpPr>
        <p:spPr>
          <a:xfrm>
            <a:off x="5940152" y="1460395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生成列表结构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v-for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数组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5E812221-57A6-42B7-A114-EC01C8C95818}"/>
              </a:ext>
            </a:extLst>
          </p:cNvPr>
          <p:cNvSpPr txBox="1"/>
          <p:nvPr/>
        </p:nvSpPr>
        <p:spPr>
          <a:xfrm>
            <a:off x="5940152" y="1801290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获取用户输入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TextBox 7">
            <a:extLst>
              <a:ext uri="{FF2B5EF4-FFF2-40B4-BE49-F238E27FC236}">
                <a16:creationId xmlns:a16="http://schemas.microsoft.com/office/drawing/2014/main" id="{1006C135-7F06-4696-847F-438AC1C9F126}"/>
              </a:ext>
            </a:extLst>
          </p:cNvPr>
          <p:cNvSpPr txBox="1"/>
          <p:nvPr/>
        </p:nvSpPr>
        <p:spPr>
          <a:xfrm>
            <a:off x="5940152" y="212135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回车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新增数据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141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0CBC60F5-86FE-4518-B04F-D433C7EA041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325998"/>
            <a:ext cx="1224136" cy="453664"/>
            <a:chOff x="6480626" y="1275097"/>
            <a:chExt cx="1914904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4B16149-DFF4-4BF8-AA6A-ADC407AB3408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新增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C094BF0-FB86-48BE-8B70-50C9B78DB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942039C-38CF-466F-BD1B-F6F65F9C94AF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892794" y="1121721"/>
            <a:ext cx="558450" cy="648073"/>
          </a:xfrm>
          <a:prstGeom prst="rect">
            <a:avLst/>
          </a:prstGeom>
        </p:spPr>
      </p:pic>
      <p:sp>
        <p:nvSpPr>
          <p:cNvPr id="28" name="TextBox 7">
            <a:extLst>
              <a:ext uri="{FF2B5EF4-FFF2-40B4-BE49-F238E27FC236}">
                <a16:creationId xmlns:a16="http://schemas.microsoft.com/office/drawing/2014/main" id="{66F4F8A0-B90B-4006-B4B0-149F34026EDD}"/>
              </a:ext>
            </a:extLst>
          </p:cNvPr>
          <p:cNvSpPr txBox="1"/>
          <p:nvPr/>
        </p:nvSpPr>
        <p:spPr>
          <a:xfrm>
            <a:off x="5940152" y="1460395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生成列表结构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v-for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数组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5E812221-57A6-42B7-A114-EC01C8C95818}"/>
              </a:ext>
            </a:extLst>
          </p:cNvPr>
          <p:cNvSpPr txBox="1"/>
          <p:nvPr/>
        </p:nvSpPr>
        <p:spPr>
          <a:xfrm>
            <a:off x="5940152" y="1801290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获取用户输入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v-model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0" name="TextBox 7">
            <a:extLst>
              <a:ext uri="{FF2B5EF4-FFF2-40B4-BE49-F238E27FC236}">
                <a16:creationId xmlns:a16="http://schemas.microsoft.com/office/drawing/2014/main" id="{1006C135-7F06-4696-847F-438AC1C9F126}"/>
              </a:ext>
            </a:extLst>
          </p:cNvPr>
          <p:cNvSpPr txBox="1"/>
          <p:nvPr/>
        </p:nvSpPr>
        <p:spPr>
          <a:xfrm>
            <a:off x="5940152" y="212135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回车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新增数据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4662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0CBC60F5-86FE-4518-B04F-D433C7EA041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325998"/>
            <a:ext cx="1224136" cy="453664"/>
            <a:chOff x="6480626" y="1275097"/>
            <a:chExt cx="1914904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4B16149-DFF4-4BF8-AA6A-ADC407AB3408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新增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C094BF0-FB86-48BE-8B70-50C9B78DB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942039C-38CF-466F-BD1B-F6F65F9C94AF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892794" y="1121721"/>
            <a:ext cx="558450" cy="648073"/>
          </a:xfrm>
          <a:prstGeom prst="rect">
            <a:avLst/>
          </a:prstGeom>
        </p:spPr>
      </p:pic>
      <p:sp>
        <p:nvSpPr>
          <p:cNvPr id="28" name="TextBox 7">
            <a:extLst>
              <a:ext uri="{FF2B5EF4-FFF2-40B4-BE49-F238E27FC236}">
                <a16:creationId xmlns:a16="http://schemas.microsoft.com/office/drawing/2014/main" id="{66F4F8A0-B90B-4006-B4B0-149F34026EDD}"/>
              </a:ext>
            </a:extLst>
          </p:cNvPr>
          <p:cNvSpPr txBox="1"/>
          <p:nvPr/>
        </p:nvSpPr>
        <p:spPr>
          <a:xfrm>
            <a:off x="5940152" y="1460395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生成列表结构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v-for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数组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5E812221-57A6-42B7-A114-EC01C8C95818}"/>
              </a:ext>
            </a:extLst>
          </p:cNvPr>
          <p:cNvSpPr txBox="1"/>
          <p:nvPr/>
        </p:nvSpPr>
        <p:spPr>
          <a:xfrm>
            <a:off x="5940152" y="1801290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获取用户输入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v-model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0" name="TextBox 7">
            <a:extLst>
              <a:ext uri="{FF2B5EF4-FFF2-40B4-BE49-F238E27FC236}">
                <a16:creationId xmlns:a16="http://schemas.microsoft.com/office/drawing/2014/main" id="{1006C135-7F06-4696-847F-438AC1C9F126}"/>
              </a:ext>
            </a:extLst>
          </p:cNvPr>
          <p:cNvSpPr txBox="1"/>
          <p:nvPr/>
        </p:nvSpPr>
        <p:spPr>
          <a:xfrm>
            <a:off x="5940152" y="212135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回车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新增数据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 .enter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添加数据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72578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0CBC60F5-86FE-4518-B04F-D433C7EA041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325998"/>
            <a:ext cx="1224136" cy="453664"/>
            <a:chOff x="6480626" y="1275097"/>
            <a:chExt cx="1914904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4B16149-DFF4-4BF8-AA6A-ADC407AB3408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新增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C094BF0-FB86-48BE-8B70-50C9B78DB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942039C-38CF-466F-BD1B-F6F65F9C94AF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892794" y="1121721"/>
            <a:ext cx="558450" cy="648073"/>
          </a:xfrm>
          <a:prstGeom prst="rect">
            <a:avLst/>
          </a:prstGeom>
        </p:spPr>
      </p:pic>
      <p:sp>
        <p:nvSpPr>
          <p:cNvPr id="28" name="TextBox 7">
            <a:extLst>
              <a:ext uri="{FF2B5EF4-FFF2-40B4-BE49-F238E27FC236}">
                <a16:creationId xmlns:a16="http://schemas.microsoft.com/office/drawing/2014/main" id="{66F4F8A0-B90B-4006-B4B0-149F34026EDD}"/>
              </a:ext>
            </a:extLst>
          </p:cNvPr>
          <p:cNvSpPr txBox="1"/>
          <p:nvPr/>
        </p:nvSpPr>
        <p:spPr>
          <a:xfrm>
            <a:off x="5940152" y="1460395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v-for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指令的作用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5E812221-57A6-42B7-A114-EC01C8C95818}"/>
              </a:ext>
            </a:extLst>
          </p:cNvPr>
          <p:cNvSpPr txBox="1"/>
          <p:nvPr/>
        </p:nvSpPr>
        <p:spPr>
          <a:xfrm>
            <a:off x="5940152" y="1806032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v-model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指令的作用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TextBox 7">
            <a:extLst>
              <a:ext uri="{FF2B5EF4-FFF2-40B4-BE49-F238E27FC236}">
                <a16:creationId xmlns:a16="http://schemas.microsoft.com/office/drawing/2014/main" id="{1006C135-7F06-4696-847F-438AC1C9F126}"/>
              </a:ext>
            </a:extLst>
          </p:cNvPr>
          <p:cNvSpPr txBox="1"/>
          <p:nvPr/>
        </p:nvSpPr>
        <p:spPr>
          <a:xfrm>
            <a:off x="5940152" y="2151669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指令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事件修饰符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E0061D35-F9EE-4418-86C9-67AA297ADA1E}"/>
              </a:ext>
            </a:extLst>
          </p:cNvPr>
          <p:cNvSpPr txBox="1"/>
          <p:nvPr/>
        </p:nvSpPr>
        <p:spPr>
          <a:xfrm>
            <a:off x="5940152" y="249730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4.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审查元素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快速定位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18882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12" grpId="0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0CBC60F5-86FE-4518-B04F-D433C7EA041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325998"/>
            <a:ext cx="1224136" cy="453664"/>
            <a:chOff x="6480626" y="1275097"/>
            <a:chExt cx="1914904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4B16149-DFF4-4BF8-AA6A-ADC407AB3408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新增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C094BF0-FB86-48BE-8B70-50C9B78DB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942039C-38CF-466F-BD1B-F6F65F9C94AF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892794" y="1121721"/>
            <a:ext cx="558450" cy="648073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3D7FB8D0-3037-4A2C-9691-9C8FCB87DA37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926912"/>
            <a:ext cx="1224136" cy="453664"/>
            <a:chOff x="6480626" y="1275097"/>
            <a:chExt cx="1914904" cy="710353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28497C4-C74B-4909-8143-C5467E77D931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57EF4D7A-748C-43DF-9331-13B76F479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2AD005E-AB2E-4046-ABC8-FD41519A3D46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1087026-99BB-4B55-97E2-D5F5CE7DD927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2527826"/>
            <a:ext cx="1224136" cy="453664"/>
            <a:chOff x="6480626" y="1275097"/>
            <a:chExt cx="1914904" cy="710353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299A51B-E2FD-4B77-9A19-B6D8B70BE0C7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统计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B7BABE3-98B3-42A6-8924-665FBD215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A0F602F1-461B-45EC-BE66-EDF1026BA033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8DEDA02-CCEC-45C6-B52B-086F78C870C0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128740"/>
            <a:ext cx="1224136" cy="453664"/>
            <a:chOff x="6480626" y="1275097"/>
            <a:chExt cx="1914904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F9C0381-6978-4B6E-A456-328EB0C70034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清空</a:t>
              </a:r>
            </a:p>
          </p:txBody>
        </p: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A17F99AF-5DC2-47A9-BB85-754AE317D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776557B4-FF68-4111-9F47-C4F44A69AC12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790B2B7-A6E6-4948-A878-6E374D01B022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729653"/>
            <a:ext cx="1224136" cy="453664"/>
            <a:chOff x="6480626" y="1275097"/>
            <a:chExt cx="1914904" cy="710353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ECF9D51-35C7-4281-AE53-920385C9AD81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隐藏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8CB051EE-72AF-43AB-B969-090194CF9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2E9C8005-2DC7-4540-B205-F91A0CB5FFA7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1615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0CBC60F5-86FE-4518-B04F-D433C7EA041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325998"/>
            <a:ext cx="1224136" cy="453664"/>
            <a:chOff x="6480626" y="1275097"/>
            <a:chExt cx="1914904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4B16149-DFF4-4BF8-AA6A-ADC407AB3408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新增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C094BF0-FB86-48BE-8B70-50C9B78DB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942039C-38CF-466F-BD1B-F6F65F9C94AF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D88C0DF-F760-4019-9363-6BC5521A80F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926912"/>
            <a:ext cx="1224136" cy="453664"/>
            <a:chOff x="6480626" y="1275097"/>
            <a:chExt cx="1914904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544D9F4-090F-4057-8FF6-B52CFB4A688A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6252CF1-A46A-4ECF-83C9-6C65C23F2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F7C5833-E0EB-4AC2-A0E0-6012F6082B83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A1EF781-C873-4DE3-905D-C3C4AA492B7A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2527826"/>
            <a:ext cx="1224136" cy="453664"/>
            <a:chOff x="6480626" y="1275097"/>
            <a:chExt cx="1914904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72B2924-3BDB-4C84-9509-977204CB1B83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统计</a:t>
              </a:r>
            </a:p>
          </p:txBody>
        </p:sp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ED078B3C-1854-4460-9D0E-88267FFAE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912D308-0AF4-4FCE-B3E2-6A447F4D83E5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0B00E31-BFDF-4B05-A344-4633F05E12E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128740"/>
            <a:ext cx="1224136" cy="453664"/>
            <a:chOff x="6480626" y="1275097"/>
            <a:chExt cx="1914904" cy="710353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528E85F-102E-494E-8C24-7E3471158115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清空</a:t>
              </a:r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C4ED3FC8-9D48-40BF-81A8-59CD05BCC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4E294907-B2F4-49F0-B442-6737C9853D65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8AE2102-1862-451F-A99D-6430235733A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729653"/>
            <a:ext cx="1224136" cy="453664"/>
            <a:chOff x="6480626" y="1275097"/>
            <a:chExt cx="1914904" cy="71035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231A34F-41BA-4746-AA0B-F0E3902393F4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隐藏</a:t>
              </a:r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4253DB7E-1D4D-4E8F-A370-46B47B0DC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D35B7CC6-4C7A-40BF-B29F-06A46F5638B7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1701824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658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1D88C0DF-F760-4019-9363-6BC5521A80F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926912"/>
            <a:ext cx="1224136" cy="453664"/>
            <a:chOff x="6480626" y="1275097"/>
            <a:chExt cx="1914904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544D9F4-090F-4057-8FF6-B52CFB4A688A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6252CF1-A46A-4ECF-83C9-6C65C23F2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F7C5833-E0EB-4AC2-A0E0-6012F6082B83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1701824"/>
            <a:ext cx="558450" cy="648073"/>
          </a:xfrm>
          <a:prstGeom prst="rect">
            <a:avLst/>
          </a:prstGeom>
        </p:spPr>
      </p:pic>
      <p:sp>
        <p:nvSpPr>
          <p:cNvPr id="28" name="TextBox 7">
            <a:extLst>
              <a:ext uri="{FF2B5EF4-FFF2-40B4-BE49-F238E27FC236}">
                <a16:creationId xmlns:a16="http://schemas.microsoft.com/office/drawing/2014/main" id="{A952085A-7974-4CD5-ACF7-BE44BCEFF688}"/>
              </a:ext>
            </a:extLst>
          </p:cNvPr>
          <p:cNvSpPr txBox="1"/>
          <p:nvPr/>
        </p:nvSpPr>
        <p:spPr>
          <a:xfrm>
            <a:off x="5940152" y="1460395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点击删除指定内容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8597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1D88C0DF-F760-4019-9363-6BC5521A80F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926912"/>
            <a:ext cx="1224136" cy="453664"/>
            <a:chOff x="6480626" y="1275097"/>
            <a:chExt cx="1914904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544D9F4-090F-4057-8FF6-B52CFB4A688A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6252CF1-A46A-4ECF-83C9-6C65C23F2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F7C5833-E0EB-4AC2-A0E0-6012F6082B83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1701824"/>
            <a:ext cx="558450" cy="648073"/>
          </a:xfrm>
          <a:prstGeom prst="rect">
            <a:avLst/>
          </a:prstGeom>
        </p:spPr>
      </p:pic>
      <p:sp>
        <p:nvSpPr>
          <p:cNvPr id="28" name="TextBox 7">
            <a:extLst>
              <a:ext uri="{FF2B5EF4-FFF2-40B4-BE49-F238E27FC236}">
                <a16:creationId xmlns:a16="http://schemas.microsoft.com/office/drawing/2014/main" id="{A952085A-7974-4CD5-ACF7-BE44BCEFF688}"/>
              </a:ext>
            </a:extLst>
          </p:cNvPr>
          <p:cNvSpPr txBox="1"/>
          <p:nvPr/>
        </p:nvSpPr>
        <p:spPr>
          <a:xfrm>
            <a:off x="5940152" y="1460395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点击删除指定内容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12374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1D88C0DF-F760-4019-9363-6BC5521A80F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926912"/>
            <a:ext cx="1224136" cy="453664"/>
            <a:chOff x="6480626" y="1275097"/>
            <a:chExt cx="1914904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544D9F4-090F-4057-8FF6-B52CFB4A688A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6252CF1-A46A-4ECF-83C9-6C65C23F2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F7C5833-E0EB-4AC2-A0E0-6012F6082B83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1701824"/>
            <a:ext cx="558450" cy="648073"/>
          </a:xfrm>
          <a:prstGeom prst="rect">
            <a:avLst/>
          </a:prstGeom>
        </p:spPr>
      </p:pic>
      <p:sp>
        <p:nvSpPr>
          <p:cNvPr id="28" name="TextBox 7">
            <a:extLst>
              <a:ext uri="{FF2B5EF4-FFF2-40B4-BE49-F238E27FC236}">
                <a16:creationId xmlns:a16="http://schemas.microsoft.com/office/drawing/2014/main" id="{A952085A-7974-4CD5-ACF7-BE44BCEFF688}"/>
              </a:ext>
            </a:extLst>
          </p:cNvPr>
          <p:cNvSpPr txBox="1"/>
          <p:nvPr/>
        </p:nvSpPr>
        <p:spPr>
          <a:xfrm>
            <a:off x="5940152" y="1460395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点击删除指定内容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 splice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32650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1D88C0DF-F760-4019-9363-6BC5521A80F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926912"/>
            <a:ext cx="1224136" cy="453664"/>
            <a:chOff x="6480626" y="1275097"/>
            <a:chExt cx="1914904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544D9F4-090F-4057-8FF6-B52CFB4A688A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6252CF1-A46A-4ECF-83C9-6C65C23F2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F7C5833-E0EB-4AC2-A0E0-6012F6082B83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1701824"/>
            <a:ext cx="558450" cy="648073"/>
          </a:xfrm>
          <a:prstGeom prst="rect">
            <a:avLst/>
          </a:prstGeom>
        </p:spPr>
      </p:pic>
      <p:sp>
        <p:nvSpPr>
          <p:cNvPr id="28" name="TextBox 7">
            <a:extLst>
              <a:ext uri="{FF2B5EF4-FFF2-40B4-BE49-F238E27FC236}">
                <a16:creationId xmlns:a16="http://schemas.microsoft.com/office/drawing/2014/main" id="{A952085A-7974-4CD5-ACF7-BE44BCEFF688}"/>
              </a:ext>
            </a:extLst>
          </p:cNvPr>
          <p:cNvSpPr txBox="1"/>
          <p:nvPr/>
        </p:nvSpPr>
        <p:spPr>
          <a:xfrm>
            <a:off x="5940152" y="1460395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点击删除指定内容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 splice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索引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38702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sp>
        <p:nvSpPr>
          <p:cNvPr id="28" name="TextBox 7">
            <a:extLst>
              <a:ext uri="{FF2B5EF4-FFF2-40B4-BE49-F238E27FC236}">
                <a16:creationId xmlns:a16="http://schemas.microsoft.com/office/drawing/2014/main" id="{66F4F8A0-B90B-4006-B4B0-149F34026EDD}"/>
              </a:ext>
            </a:extLst>
          </p:cNvPr>
          <p:cNvSpPr txBox="1"/>
          <p:nvPr/>
        </p:nvSpPr>
        <p:spPr>
          <a:xfrm>
            <a:off x="5940152" y="1460395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数据改变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和数据绑定的元素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同步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改变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5E812221-57A6-42B7-A114-EC01C8C95818}"/>
              </a:ext>
            </a:extLst>
          </p:cNvPr>
          <p:cNvSpPr txBox="1"/>
          <p:nvPr/>
        </p:nvSpPr>
        <p:spPr>
          <a:xfrm>
            <a:off x="5940152" y="1806032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事件的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自定义参数</a:t>
            </a:r>
            <a:endParaRPr lang="en-US" altLang="zh-CN" sz="1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TextBox 7">
            <a:extLst>
              <a:ext uri="{FF2B5EF4-FFF2-40B4-BE49-F238E27FC236}">
                <a16:creationId xmlns:a16="http://schemas.microsoft.com/office/drawing/2014/main" id="{1006C135-7F06-4696-847F-438AC1C9F126}"/>
              </a:ext>
            </a:extLst>
          </p:cNvPr>
          <p:cNvSpPr txBox="1"/>
          <p:nvPr/>
        </p:nvSpPr>
        <p:spPr>
          <a:xfrm>
            <a:off x="5940152" y="2151669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splice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方法的作用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F8D75BA-DFCB-42C7-9891-2037441B6802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926912"/>
            <a:ext cx="1224136" cy="453664"/>
            <a:chOff x="6480626" y="1275097"/>
            <a:chExt cx="1914904" cy="710353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A6773A8-74D1-489C-B59C-7253BDBC29E3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1928BC78-59A9-4D72-8BD3-8BF726CCF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2E4981A-5717-43AB-BD6B-98754EB81F6F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39001B95-D24A-4FA0-959D-7C79C3963B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1701824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19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0CBC60F5-86FE-4518-B04F-D433C7EA041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325998"/>
            <a:ext cx="1224136" cy="453664"/>
            <a:chOff x="6480626" y="1275097"/>
            <a:chExt cx="1914904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4B16149-DFF4-4BF8-AA6A-ADC407AB3408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新增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C094BF0-FB86-48BE-8B70-50C9B78DB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942039C-38CF-466F-BD1B-F6F65F9C94AF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D88C0DF-F760-4019-9363-6BC5521A80F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926912"/>
            <a:ext cx="1224136" cy="453664"/>
            <a:chOff x="6480626" y="1275097"/>
            <a:chExt cx="1914904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544D9F4-090F-4057-8FF6-B52CFB4A688A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6252CF1-A46A-4ECF-83C9-6C65C23F2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F7C5833-E0EB-4AC2-A0E0-6012F6082B83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A1EF781-C873-4DE3-905D-C3C4AA492B7A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2527826"/>
            <a:ext cx="1224136" cy="453664"/>
            <a:chOff x="6480626" y="1275097"/>
            <a:chExt cx="1914904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72B2924-3BDB-4C84-9509-977204CB1B83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统计</a:t>
              </a:r>
            </a:p>
          </p:txBody>
        </p:sp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ED078B3C-1854-4460-9D0E-88267FFAE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912D308-0AF4-4FCE-B3E2-6A447F4D83E5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0B00E31-BFDF-4B05-A344-4633F05E12E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128740"/>
            <a:ext cx="1224136" cy="453664"/>
            <a:chOff x="6480626" y="1275097"/>
            <a:chExt cx="1914904" cy="710353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528E85F-102E-494E-8C24-7E3471158115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清空</a:t>
              </a:r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C4ED3FC8-9D48-40BF-81A8-59CD05BCC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4E294907-B2F4-49F0-B442-6737C9853D65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8AE2102-1862-451F-A99D-6430235733A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729653"/>
            <a:ext cx="1224136" cy="453664"/>
            <a:chOff x="6480626" y="1275097"/>
            <a:chExt cx="1914904" cy="71035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231A34F-41BA-4746-AA0B-F0E3902393F4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隐藏</a:t>
              </a:r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4253DB7E-1D4D-4E8F-A370-46B47B0DC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D35B7CC6-4C7A-40BF-B29F-06A46F5638B7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1701824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792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0CBC60F5-86FE-4518-B04F-D433C7EA041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325998"/>
            <a:ext cx="1224136" cy="453664"/>
            <a:chOff x="6480626" y="1275097"/>
            <a:chExt cx="1914904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4B16149-DFF4-4BF8-AA6A-ADC407AB3408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新增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C094BF0-FB86-48BE-8B70-50C9B78DB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942039C-38CF-466F-BD1B-F6F65F9C94AF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D88C0DF-F760-4019-9363-6BC5521A80F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926912"/>
            <a:ext cx="1224136" cy="453664"/>
            <a:chOff x="6480626" y="1275097"/>
            <a:chExt cx="1914904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544D9F4-090F-4057-8FF6-B52CFB4A688A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6252CF1-A46A-4ECF-83C9-6C65C23F2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F7C5833-E0EB-4AC2-A0E0-6012F6082B83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A1EF781-C873-4DE3-905D-C3C4AA492B7A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2527826"/>
            <a:ext cx="1224136" cy="453664"/>
            <a:chOff x="6480626" y="1275097"/>
            <a:chExt cx="1914904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72B2924-3BDB-4C84-9509-977204CB1B83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统计</a:t>
              </a:r>
            </a:p>
          </p:txBody>
        </p:sp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ED078B3C-1854-4460-9D0E-88267FFAE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912D308-0AF4-4FCE-B3E2-6A447F4D83E5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0B00E31-BFDF-4B05-A344-4633F05E12E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128740"/>
            <a:ext cx="1224136" cy="453664"/>
            <a:chOff x="6480626" y="1275097"/>
            <a:chExt cx="1914904" cy="710353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528E85F-102E-494E-8C24-7E3471158115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清空</a:t>
              </a:r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C4ED3FC8-9D48-40BF-81A8-59CD05BCC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4E294907-B2F4-49F0-B442-6737C9853D65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8AE2102-1862-451F-A99D-6430235733A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729653"/>
            <a:ext cx="1224136" cy="453664"/>
            <a:chOff x="6480626" y="1275097"/>
            <a:chExt cx="1914904" cy="71035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231A34F-41BA-4746-AA0B-F0E3902393F4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隐藏</a:t>
              </a:r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4253DB7E-1D4D-4E8F-A370-46B47B0DC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D35B7CC6-4C7A-40BF-B29F-06A46F5638B7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2283718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99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sp>
        <p:nvSpPr>
          <p:cNvPr id="28" name="TextBox 7">
            <a:extLst>
              <a:ext uri="{FF2B5EF4-FFF2-40B4-BE49-F238E27FC236}">
                <a16:creationId xmlns:a16="http://schemas.microsoft.com/office/drawing/2014/main" id="{A952085A-7974-4CD5-ACF7-BE44BCEFF688}"/>
              </a:ext>
            </a:extLst>
          </p:cNvPr>
          <p:cNvSpPr txBox="1"/>
          <p:nvPr/>
        </p:nvSpPr>
        <p:spPr>
          <a:xfrm>
            <a:off x="5940152" y="1460395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统计信息个数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6CF3A66-D2BE-4BCD-9EBF-E832C2D3619E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2527826"/>
            <a:ext cx="1224136" cy="453664"/>
            <a:chOff x="6480626" y="1275097"/>
            <a:chExt cx="1914904" cy="71035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2767D7F-E75D-4671-9D23-E17E3C3123CB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统计</a:t>
              </a:r>
            </a:p>
          </p:txBody>
        </p:sp>
        <p:sp>
          <p:nvSpPr>
            <p:cNvPr id="16" name="Freeform 30">
              <a:extLst>
                <a:ext uri="{FF2B5EF4-FFF2-40B4-BE49-F238E27FC236}">
                  <a16:creationId xmlns:a16="http://schemas.microsoft.com/office/drawing/2014/main" id="{3158853A-5993-43DE-BCEE-1D1CDFAA7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74CBE56-4438-45D9-AEA4-B7DBAF658EB9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169F5FAD-7EF3-4D7A-9AF2-30A1B075D2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2283718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195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sp>
        <p:nvSpPr>
          <p:cNvPr id="28" name="TextBox 7">
            <a:extLst>
              <a:ext uri="{FF2B5EF4-FFF2-40B4-BE49-F238E27FC236}">
                <a16:creationId xmlns:a16="http://schemas.microsoft.com/office/drawing/2014/main" id="{A952085A-7974-4CD5-ACF7-BE44BCEFF688}"/>
              </a:ext>
            </a:extLst>
          </p:cNvPr>
          <p:cNvSpPr txBox="1"/>
          <p:nvPr/>
        </p:nvSpPr>
        <p:spPr>
          <a:xfrm>
            <a:off x="5940152" y="1460395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统计信息个数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v-text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6CF3A66-D2BE-4BCD-9EBF-E832C2D3619E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2527826"/>
            <a:ext cx="1224136" cy="453664"/>
            <a:chOff x="6480626" y="1275097"/>
            <a:chExt cx="1914904" cy="71035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2767D7F-E75D-4671-9D23-E17E3C3123CB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统计</a:t>
              </a:r>
            </a:p>
          </p:txBody>
        </p:sp>
        <p:sp>
          <p:nvSpPr>
            <p:cNvPr id="16" name="Freeform 30">
              <a:extLst>
                <a:ext uri="{FF2B5EF4-FFF2-40B4-BE49-F238E27FC236}">
                  <a16:creationId xmlns:a16="http://schemas.microsoft.com/office/drawing/2014/main" id="{3158853A-5993-43DE-BCEE-1D1CDFAA7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74CBE56-4438-45D9-AEA4-B7DBAF658EB9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169F5FAD-7EF3-4D7A-9AF2-30A1B075D2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2283718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50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sp>
        <p:nvSpPr>
          <p:cNvPr id="28" name="TextBox 7">
            <a:extLst>
              <a:ext uri="{FF2B5EF4-FFF2-40B4-BE49-F238E27FC236}">
                <a16:creationId xmlns:a16="http://schemas.microsoft.com/office/drawing/2014/main" id="{A952085A-7974-4CD5-ACF7-BE44BCEFF688}"/>
              </a:ext>
            </a:extLst>
          </p:cNvPr>
          <p:cNvSpPr txBox="1"/>
          <p:nvPr/>
        </p:nvSpPr>
        <p:spPr>
          <a:xfrm>
            <a:off x="5940152" y="1460395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统计信息个数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v-text length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6CF3A66-D2BE-4BCD-9EBF-E832C2D3619E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2527826"/>
            <a:ext cx="1224136" cy="453664"/>
            <a:chOff x="6480626" y="1275097"/>
            <a:chExt cx="1914904" cy="71035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2767D7F-E75D-4671-9D23-E17E3C3123CB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统计</a:t>
              </a:r>
            </a:p>
          </p:txBody>
        </p:sp>
        <p:sp>
          <p:nvSpPr>
            <p:cNvPr id="16" name="Freeform 30">
              <a:extLst>
                <a:ext uri="{FF2B5EF4-FFF2-40B4-BE49-F238E27FC236}">
                  <a16:creationId xmlns:a16="http://schemas.microsoft.com/office/drawing/2014/main" id="{3158853A-5993-43DE-BCEE-1D1CDFAA7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74CBE56-4438-45D9-AEA4-B7DBAF658EB9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169F5FAD-7EF3-4D7A-9AF2-30A1B075D2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2283718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921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sp>
        <p:nvSpPr>
          <p:cNvPr id="28" name="TextBox 7">
            <a:extLst>
              <a:ext uri="{FF2B5EF4-FFF2-40B4-BE49-F238E27FC236}">
                <a16:creationId xmlns:a16="http://schemas.microsoft.com/office/drawing/2014/main" id="{66F4F8A0-B90B-4006-B4B0-149F34026EDD}"/>
              </a:ext>
            </a:extLst>
          </p:cNvPr>
          <p:cNvSpPr txBox="1"/>
          <p:nvPr/>
        </p:nvSpPr>
        <p:spPr>
          <a:xfrm>
            <a:off x="5940152" y="1460395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基于数据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的开发方式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5E812221-57A6-42B7-A114-EC01C8C95818}"/>
              </a:ext>
            </a:extLst>
          </p:cNvPr>
          <p:cNvSpPr txBox="1"/>
          <p:nvPr/>
        </p:nvSpPr>
        <p:spPr>
          <a:xfrm>
            <a:off x="5940152" y="1806032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v-text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指令的作用</a:t>
            </a:r>
            <a:endParaRPr lang="en-US" altLang="zh-CN" sz="1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586695F-9B1A-4951-A100-09C2122CB8E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2527826"/>
            <a:ext cx="1224136" cy="453664"/>
            <a:chOff x="6480626" y="1275097"/>
            <a:chExt cx="1914904" cy="710353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AAC5300-48BB-49CC-B519-090A480CA96A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统计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1AAE9147-7FD0-4C9E-B62C-A3D8F6BF5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1432DF5-BD81-40CE-A119-7EFB90318A14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5B2542CC-C8DD-468D-A2D8-CA8AAA4A73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2283718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165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0CBC60F5-86FE-4518-B04F-D433C7EA041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325998"/>
            <a:ext cx="1224136" cy="453664"/>
            <a:chOff x="6480626" y="1275097"/>
            <a:chExt cx="1914904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4B16149-DFF4-4BF8-AA6A-ADC407AB3408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新增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C094BF0-FB86-48BE-8B70-50C9B78DB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942039C-38CF-466F-BD1B-F6F65F9C94AF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D88C0DF-F760-4019-9363-6BC5521A80F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926912"/>
            <a:ext cx="1224136" cy="453664"/>
            <a:chOff x="6480626" y="1275097"/>
            <a:chExt cx="1914904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544D9F4-090F-4057-8FF6-B52CFB4A688A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6252CF1-A46A-4ECF-83C9-6C65C23F2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F7C5833-E0EB-4AC2-A0E0-6012F6082B83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A1EF781-C873-4DE3-905D-C3C4AA492B7A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2527826"/>
            <a:ext cx="1224136" cy="453664"/>
            <a:chOff x="6480626" y="1275097"/>
            <a:chExt cx="1914904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72B2924-3BDB-4C84-9509-977204CB1B83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统计</a:t>
              </a:r>
            </a:p>
          </p:txBody>
        </p:sp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ED078B3C-1854-4460-9D0E-88267FFAE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912D308-0AF4-4FCE-B3E2-6A447F4D83E5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0B00E31-BFDF-4B05-A344-4633F05E12E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128740"/>
            <a:ext cx="1224136" cy="453664"/>
            <a:chOff x="6480626" y="1275097"/>
            <a:chExt cx="1914904" cy="710353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528E85F-102E-494E-8C24-7E3471158115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清空</a:t>
              </a:r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C4ED3FC8-9D48-40BF-81A8-59CD05BCC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4E294907-B2F4-49F0-B442-6737C9853D65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8AE2102-1862-451F-A99D-6430235733A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729653"/>
            <a:ext cx="1224136" cy="453664"/>
            <a:chOff x="6480626" y="1275097"/>
            <a:chExt cx="1914904" cy="71035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231A34F-41BA-4746-AA0B-F0E3902393F4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隐藏</a:t>
              </a:r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4253DB7E-1D4D-4E8F-A370-46B47B0DC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D35B7CC6-4C7A-40BF-B29F-06A46F5638B7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2283718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739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0CBC60F5-86FE-4518-B04F-D433C7EA041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325998"/>
            <a:ext cx="1224136" cy="453664"/>
            <a:chOff x="6480626" y="1275097"/>
            <a:chExt cx="1914904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4B16149-DFF4-4BF8-AA6A-ADC407AB3408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新增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C094BF0-FB86-48BE-8B70-50C9B78DB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942039C-38CF-466F-BD1B-F6F65F9C94AF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D88C0DF-F760-4019-9363-6BC5521A80F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926912"/>
            <a:ext cx="1224136" cy="453664"/>
            <a:chOff x="6480626" y="1275097"/>
            <a:chExt cx="1914904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544D9F4-090F-4057-8FF6-B52CFB4A688A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6252CF1-A46A-4ECF-83C9-6C65C23F2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F7C5833-E0EB-4AC2-A0E0-6012F6082B83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A1EF781-C873-4DE3-905D-C3C4AA492B7A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2527826"/>
            <a:ext cx="1224136" cy="453664"/>
            <a:chOff x="6480626" y="1275097"/>
            <a:chExt cx="1914904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72B2924-3BDB-4C84-9509-977204CB1B83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统计</a:t>
              </a:r>
            </a:p>
          </p:txBody>
        </p:sp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ED078B3C-1854-4460-9D0E-88267FFAE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912D308-0AF4-4FCE-B3E2-6A447F4D83E5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0B00E31-BFDF-4B05-A344-4633F05E12E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128740"/>
            <a:ext cx="1224136" cy="453664"/>
            <a:chOff x="6480626" y="1275097"/>
            <a:chExt cx="1914904" cy="710353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528E85F-102E-494E-8C24-7E3471158115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清空</a:t>
              </a:r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C4ED3FC8-9D48-40BF-81A8-59CD05BCC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4E294907-B2F4-49F0-B442-6737C9853D65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8AE2102-1862-451F-A99D-6430235733A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729653"/>
            <a:ext cx="1224136" cy="453664"/>
            <a:chOff x="6480626" y="1275097"/>
            <a:chExt cx="1914904" cy="71035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231A34F-41BA-4746-AA0B-F0E3902393F4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隐藏</a:t>
              </a:r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4253DB7E-1D4D-4E8F-A370-46B47B0DC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D35B7CC6-4C7A-40BF-B29F-06A46F5638B7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2931789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770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sp>
        <p:nvSpPr>
          <p:cNvPr id="28" name="TextBox 7">
            <a:extLst>
              <a:ext uri="{FF2B5EF4-FFF2-40B4-BE49-F238E27FC236}">
                <a16:creationId xmlns:a16="http://schemas.microsoft.com/office/drawing/2014/main" id="{A952085A-7974-4CD5-ACF7-BE44BCEFF688}"/>
              </a:ext>
            </a:extLst>
          </p:cNvPr>
          <p:cNvSpPr txBox="1"/>
          <p:nvPr/>
        </p:nvSpPr>
        <p:spPr>
          <a:xfrm>
            <a:off x="5940152" y="1460395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点击清除所有信息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210285F-ED18-4B84-918E-C30D71DDAF22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128740"/>
            <a:ext cx="1224136" cy="453664"/>
            <a:chOff x="6480626" y="1275097"/>
            <a:chExt cx="1914904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4346D95-7159-4A7F-8035-D4C1E9EE903C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清空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6F8D5D0F-C818-4448-A17E-27143BAD3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EB2D8C1-A56F-4446-9271-C28067E5CA9F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7DE9CF51-8E72-412D-AC7C-03025BFAC5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2931789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667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sp>
        <p:nvSpPr>
          <p:cNvPr id="28" name="TextBox 7">
            <a:extLst>
              <a:ext uri="{FF2B5EF4-FFF2-40B4-BE49-F238E27FC236}">
                <a16:creationId xmlns:a16="http://schemas.microsoft.com/office/drawing/2014/main" id="{A952085A-7974-4CD5-ACF7-BE44BCEFF688}"/>
              </a:ext>
            </a:extLst>
          </p:cNvPr>
          <p:cNvSpPr txBox="1"/>
          <p:nvPr/>
        </p:nvSpPr>
        <p:spPr>
          <a:xfrm>
            <a:off x="5940152" y="1460395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点击清除所有信息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79A26C3-0E7E-448E-BCED-74CF0E6DFBF9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128740"/>
            <a:ext cx="1224136" cy="453664"/>
            <a:chOff x="6480626" y="1275097"/>
            <a:chExt cx="1914904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11BD10E-9158-4522-A4C4-522FDEDC4EDB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清空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9E05EF23-2DF7-4164-824A-A3C16C933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389E228C-6564-4D73-8EF7-56610E9ED3EB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0A49C583-0AC0-4C07-9305-DA06E27AC4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2931789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51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sp>
        <p:nvSpPr>
          <p:cNvPr id="28" name="TextBox 7">
            <a:extLst>
              <a:ext uri="{FF2B5EF4-FFF2-40B4-BE49-F238E27FC236}">
                <a16:creationId xmlns:a16="http://schemas.microsoft.com/office/drawing/2014/main" id="{A952085A-7974-4CD5-ACF7-BE44BCEFF688}"/>
              </a:ext>
            </a:extLst>
          </p:cNvPr>
          <p:cNvSpPr txBox="1"/>
          <p:nvPr/>
        </p:nvSpPr>
        <p:spPr>
          <a:xfrm>
            <a:off x="5940152" y="1460395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点击清除所有信息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清空数组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79A26C3-0E7E-448E-BCED-74CF0E6DFBF9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128740"/>
            <a:ext cx="1224136" cy="453664"/>
            <a:chOff x="6480626" y="1275097"/>
            <a:chExt cx="1914904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11BD10E-9158-4522-A4C4-522FDEDC4EDB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清空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9E05EF23-2DF7-4164-824A-A3C16C933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389E228C-6564-4D73-8EF7-56610E9ED3EB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0A49C583-0AC0-4C07-9305-DA06E27AC4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2931789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220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sp>
        <p:nvSpPr>
          <p:cNvPr id="28" name="TextBox 7">
            <a:extLst>
              <a:ext uri="{FF2B5EF4-FFF2-40B4-BE49-F238E27FC236}">
                <a16:creationId xmlns:a16="http://schemas.microsoft.com/office/drawing/2014/main" id="{66F4F8A0-B90B-4006-B4B0-149F34026EDD}"/>
              </a:ext>
            </a:extLst>
          </p:cNvPr>
          <p:cNvSpPr txBox="1"/>
          <p:nvPr/>
        </p:nvSpPr>
        <p:spPr>
          <a:xfrm>
            <a:off x="5940152" y="1460395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基于数据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的开发方式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4097E39-2F28-48C3-BCE0-E2F33074A4C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128740"/>
            <a:ext cx="1224136" cy="453664"/>
            <a:chOff x="6480626" y="1275097"/>
            <a:chExt cx="1914904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31A8247-DD05-476F-9B8C-F829F0C762CD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清空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BE47AC46-E879-45C4-AF15-600B5B781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66302617-2A46-4BD7-B247-56E1345EFFCF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2C6A087D-7D44-4EBD-B249-7DBD8203C5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2931789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732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0CBC60F5-86FE-4518-B04F-D433C7EA041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325998"/>
            <a:ext cx="1224136" cy="453664"/>
            <a:chOff x="6480626" y="1275097"/>
            <a:chExt cx="1914904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4B16149-DFF4-4BF8-AA6A-ADC407AB3408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新增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C094BF0-FB86-48BE-8B70-50C9B78DB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942039C-38CF-466F-BD1B-F6F65F9C94AF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D88C0DF-F760-4019-9363-6BC5521A80F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926912"/>
            <a:ext cx="1224136" cy="453664"/>
            <a:chOff x="6480626" y="1275097"/>
            <a:chExt cx="1914904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544D9F4-090F-4057-8FF6-B52CFB4A688A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6252CF1-A46A-4ECF-83C9-6C65C23F2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F7C5833-E0EB-4AC2-A0E0-6012F6082B83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A1EF781-C873-4DE3-905D-C3C4AA492B7A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2527826"/>
            <a:ext cx="1224136" cy="453664"/>
            <a:chOff x="6480626" y="1275097"/>
            <a:chExt cx="1914904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72B2924-3BDB-4C84-9509-977204CB1B83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统计</a:t>
              </a:r>
            </a:p>
          </p:txBody>
        </p:sp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ED078B3C-1854-4460-9D0E-88267FFAE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912D308-0AF4-4FCE-B3E2-6A447F4D83E5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0B00E31-BFDF-4B05-A344-4633F05E12E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128740"/>
            <a:ext cx="1224136" cy="453664"/>
            <a:chOff x="6480626" y="1275097"/>
            <a:chExt cx="1914904" cy="710353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528E85F-102E-494E-8C24-7E3471158115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清空</a:t>
              </a:r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C4ED3FC8-9D48-40BF-81A8-59CD05BCC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4E294907-B2F4-49F0-B442-6737C9853D65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8AE2102-1862-451F-A99D-6430235733A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729653"/>
            <a:ext cx="1224136" cy="453664"/>
            <a:chOff x="6480626" y="1275097"/>
            <a:chExt cx="1914904" cy="71035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231A34F-41BA-4746-AA0B-F0E3902393F4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隐藏</a:t>
              </a:r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4253DB7E-1D4D-4E8F-A370-46B47B0DC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D35B7CC6-4C7A-40BF-B29F-06A46F5638B7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2931789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115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0CBC60F5-86FE-4518-B04F-D433C7EA041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325998"/>
            <a:ext cx="1224136" cy="453664"/>
            <a:chOff x="6480626" y="1275097"/>
            <a:chExt cx="1914904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4B16149-DFF4-4BF8-AA6A-ADC407AB3408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新增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C094BF0-FB86-48BE-8B70-50C9B78DB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942039C-38CF-466F-BD1B-F6F65F9C94AF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D88C0DF-F760-4019-9363-6BC5521A80F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926912"/>
            <a:ext cx="1224136" cy="453664"/>
            <a:chOff x="6480626" y="1275097"/>
            <a:chExt cx="1914904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544D9F4-090F-4057-8FF6-B52CFB4A688A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6252CF1-A46A-4ECF-83C9-6C65C23F2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F7C5833-E0EB-4AC2-A0E0-6012F6082B83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A1EF781-C873-4DE3-905D-C3C4AA492B7A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2527826"/>
            <a:ext cx="1224136" cy="453664"/>
            <a:chOff x="6480626" y="1275097"/>
            <a:chExt cx="1914904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72B2924-3BDB-4C84-9509-977204CB1B83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统计</a:t>
              </a:r>
            </a:p>
          </p:txBody>
        </p:sp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ED078B3C-1854-4460-9D0E-88267FFAE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912D308-0AF4-4FCE-B3E2-6A447F4D83E5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0B00E31-BFDF-4B05-A344-4633F05E12E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128740"/>
            <a:ext cx="1224136" cy="453664"/>
            <a:chOff x="6480626" y="1275097"/>
            <a:chExt cx="1914904" cy="710353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528E85F-102E-494E-8C24-7E3471158115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清空</a:t>
              </a:r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C4ED3FC8-9D48-40BF-81A8-59CD05BCC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4E294907-B2F4-49F0-B442-6737C9853D65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8AE2102-1862-451F-A99D-6430235733A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729653"/>
            <a:ext cx="1224136" cy="453664"/>
            <a:chOff x="6480626" y="1275097"/>
            <a:chExt cx="1914904" cy="71035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231A34F-41BA-4746-AA0B-F0E3902393F4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隐藏</a:t>
              </a:r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4253DB7E-1D4D-4E8F-A370-46B47B0DC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D35B7CC6-4C7A-40BF-B29F-06A46F5638B7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3507854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922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sp>
        <p:nvSpPr>
          <p:cNvPr id="28" name="TextBox 7">
            <a:extLst>
              <a:ext uri="{FF2B5EF4-FFF2-40B4-BE49-F238E27FC236}">
                <a16:creationId xmlns:a16="http://schemas.microsoft.com/office/drawing/2014/main" id="{A952085A-7974-4CD5-ACF7-BE44BCEFF688}"/>
              </a:ext>
            </a:extLst>
          </p:cNvPr>
          <p:cNvSpPr txBox="1"/>
          <p:nvPr/>
        </p:nvSpPr>
        <p:spPr>
          <a:xfrm>
            <a:off x="5940152" y="1460395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没有数据时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隐藏元素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CB29107-7774-408B-BE74-FC61BAC808BF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729653"/>
            <a:ext cx="1224136" cy="453664"/>
            <a:chOff x="6480626" y="1275097"/>
            <a:chExt cx="1914904" cy="71035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E0D402C-F109-44E0-ACD2-64C858834B63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隐藏</a:t>
              </a:r>
            </a:p>
          </p:txBody>
        </p:sp>
        <p:sp>
          <p:nvSpPr>
            <p:cNvPr id="16" name="Freeform 30">
              <a:extLst>
                <a:ext uri="{FF2B5EF4-FFF2-40B4-BE49-F238E27FC236}">
                  <a16:creationId xmlns:a16="http://schemas.microsoft.com/office/drawing/2014/main" id="{1C3DDD40-636D-4611-9705-F3EE2E9CF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F996F2C0-289F-4197-8FB0-C9F68002A3E6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DDA9380B-3C51-4E19-A2B0-C0326C42F8E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3507854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345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4FD0323F-BC5A-4321-959D-8328CDFBB388}"/>
              </a:ext>
            </a:extLst>
          </p:cNvPr>
          <p:cNvSpPr txBox="1"/>
          <p:nvPr/>
        </p:nvSpPr>
        <p:spPr>
          <a:xfrm>
            <a:off x="5940152" y="1460395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没有数据时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隐藏元素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v-show v-if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9E34DAE-8549-403C-A0D2-4D78A5351157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729653"/>
            <a:ext cx="1224136" cy="453664"/>
            <a:chOff x="6480626" y="1275097"/>
            <a:chExt cx="1914904" cy="71035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0D29DD6-EFE9-4375-B27A-57C5D6478BB4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隐藏</a:t>
              </a:r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16970AA0-C2E5-40CE-998B-1D29EC5FD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003E3F4-943A-45D5-8F12-73334B43C571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B05501FB-E875-472B-845E-A6608C5D0F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3507854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066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4FD0323F-BC5A-4321-959D-8328CDFBB388}"/>
              </a:ext>
            </a:extLst>
          </p:cNvPr>
          <p:cNvSpPr txBox="1"/>
          <p:nvPr/>
        </p:nvSpPr>
        <p:spPr>
          <a:xfrm>
            <a:off x="5940152" y="1460395"/>
            <a:ext cx="2952328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没有数据时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隐藏元素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v-show v-if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数组非空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9E34DAE-8549-403C-A0D2-4D78A5351157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729653"/>
            <a:ext cx="1224136" cy="453664"/>
            <a:chOff x="6480626" y="1275097"/>
            <a:chExt cx="1914904" cy="71035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0D29DD6-EFE9-4375-B27A-57C5D6478BB4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隐藏</a:t>
              </a:r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16970AA0-C2E5-40CE-998B-1D29EC5FD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003E3F4-943A-45D5-8F12-73334B43C571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B05501FB-E875-472B-845E-A6608C5D0F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3507854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84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EDCA3-64EC-42B4-8900-79017DA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2" y="1563638"/>
            <a:ext cx="3168352" cy="2864829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0CBC60F5-86FE-4518-B04F-D433C7EA041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325998"/>
            <a:ext cx="1224136" cy="453664"/>
            <a:chOff x="6480626" y="1275097"/>
            <a:chExt cx="1914904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4B16149-DFF4-4BF8-AA6A-ADC407AB3408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新增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C094BF0-FB86-48BE-8B70-50C9B78DB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942039C-38CF-466F-BD1B-F6F65F9C94AF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D88C0DF-F760-4019-9363-6BC5521A80F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926912"/>
            <a:ext cx="1224136" cy="453664"/>
            <a:chOff x="6480626" y="1275097"/>
            <a:chExt cx="1914904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544D9F4-090F-4057-8FF6-B52CFB4A688A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6252CF1-A46A-4ECF-83C9-6C65C23F2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F7C5833-E0EB-4AC2-A0E0-6012F6082B83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A1EF781-C873-4DE3-905D-C3C4AA492B7A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2527826"/>
            <a:ext cx="1224136" cy="453664"/>
            <a:chOff x="6480626" y="1275097"/>
            <a:chExt cx="1914904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72B2924-3BDB-4C84-9509-977204CB1B83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统计</a:t>
              </a:r>
            </a:p>
          </p:txBody>
        </p:sp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ED078B3C-1854-4460-9D0E-88267FFAE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912D308-0AF4-4FCE-B3E2-6A447F4D83E5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0B00E31-BFDF-4B05-A344-4633F05E12E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128740"/>
            <a:ext cx="1224136" cy="453664"/>
            <a:chOff x="6480626" y="1275097"/>
            <a:chExt cx="1914904" cy="710353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528E85F-102E-494E-8C24-7E3471158115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清空</a:t>
              </a:r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C4ED3FC8-9D48-40BF-81A8-59CD05BCC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4E294907-B2F4-49F0-B442-6737C9853D65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8AE2102-1862-451F-A99D-6430235733AC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3729653"/>
            <a:ext cx="1224136" cy="453664"/>
            <a:chOff x="6480626" y="1275097"/>
            <a:chExt cx="1914904" cy="71035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231A34F-41BA-4746-AA0B-F0E3902393F4}"/>
                </a:ext>
              </a:extLst>
            </p:cNvPr>
            <p:cNvSpPr/>
            <p:nvPr/>
          </p:nvSpPr>
          <p:spPr>
            <a:xfrm>
              <a:off x="6480626" y="1504460"/>
              <a:ext cx="1914904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隐藏</a:t>
              </a:r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4253DB7E-1D4D-4E8F-A370-46B47B0DC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D35B7CC6-4C7A-40BF-B29F-06A46F5638B7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16054" y="3507854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250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0C607-6D1B-4E1A-88A6-020C0B280359}"/>
              </a:ext>
            </a:extLst>
          </p:cNvPr>
          <p:cNvSpPr txBox="1"/>
          <p:nvPr/>
        </p:nvSpPr>
        <p:spPr>
          <a:xfrm>
            <a:off x="3433925" y="1491630"/>
            <a:ext cx="4450436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latin typeface="HelveticaNeue"/>
              </a:rPr>
              <a:t>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列表结构可以通过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v-for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指令结合数据生成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B81A0DFD-E1E2-4E5E-81E6-3B07E1DF60E9}"/>
              </a:ext>
            </a:extLst>
          </p:cNvPr>
          <p:cNvSpPr txBox="1"/>
          <p:nvPr/>
        </p:nvSpPr>
        <p:spPr>
          <a:xfrm>
            <a:off x="3433925" y="1912080"/>
            <a:ext cx="5458552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结合事件修饰符可以对事件进行限制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.enter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360BD8FC-0B07-4293-A23B-676226CC62AD}"/>
              </a:ext>
            </a:extLst>
          </p:cNvPr>
          <p:cNvSpPr txBox="1"/>
          <p:nvPr/>
        </p:nvSpPr>
        <p:spPr>
          <a:xfrm>
            <a:off x="3433925" y="2401978"/>
            <a:ext cx="5242526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在绑定事件时可以传递自定义参数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AD2BA062-F0D3-4BE3-A343-94BC97D5D658}"/>
              </a:ext>
            </a:extLst>
          </p:cNvPr>
          <p:cNvSpPr txBox="1"/>
          <p:nvPr/>
        </p:nvSpPr>
        <p:spPr>
          <a:xfrm>
            <a:off x="3433925" y="2863162"/>
            <a:ext cx="524252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zh-CN" sz="1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v-model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可以快速的设置和获取表单元素的值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6B29D380-F68A-4599-B94C-CBB8BBDB309C}"/>
              </a:ext>
            </a:extLst>
          </p:cNvPr>
          <p:cNvSpPr txBox="1"/>
          <p:nvPr/>
        </p:nvSpPr>
        <p:spPr>
          <a:xfrm>
            <a:off x="3435099" y="3296641"/>
            <a:ext cx="5225944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基于数据的开发方式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0C0FBE9-B3A6-4AB3-A2B4-9601A7B5F377}"/>
              </a:ext>
            </a:extLst>
          </p:cNvPr>
          <p:cNvSpPr/>
          <p:nvPr/>
        </p:nvSpPr>
        <p:spPr bwMode="auto">
          <a:xfrm>
            <a:off x="539552" y="2356700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0953ED-223E-4889-95A8-EBB3C621D7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29545" y="1709536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420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  <p:bldP spid="10" grpId="0"/>
      <p:bldP spid="15" grpId="0"/>
    </p:bld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>
            <a:extLst>
              <a:ext uri="{FF2B5EF4-FFF2-40B4-BE49-F238E27FC236}">
                <a16:creationId xmlns:a16="http://schemas.microsoft.com/office/drawing/2014/main" id="{0F867FEC-D5E2-4EBD-A341-958F78E45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1" y="-19050"/>
            <a:ext cx="1441364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>
              <a:defRPr/>
            </a:pPr>
            <a:r>
              <a:rPr lang="zh-CN" altLang="en-US" sz="2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课程安排</a:t>
            </a:r>
            <a:endParaRPr lang="zh-TW" altLang="zh-CN" sz="24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125798" y="2605459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Vue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ADD46AD-001E-4C85-8246-4A88625E1379}"/>
              </a:ext>
            </a:extLst>
          </p:cNvPr>
          <p:cNvGrpSpPr>
            <a:grpSpLocks/>
          </p:cNvGrpSpPr>
          <p:nvPr/>
        </p:nvGrpSpPr>
        <p:grpSpPr bwMode="auto">
          <a:xfrm>
            <a:off x="2401615" y="2605459"/>
            <a:ext cx="1944216" cy="614363"/>
            <a:chOff x="6480625" y="1255885"/>
            <a:chExt cx="3041318" cy="961979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A3E3DF9-2C99-4ADA-AB98-0C1BADAA4BE1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本地应用</a:t>
              </a:r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9ADBB28D-908A-4EC4-9C4E-B4025718C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E5CEC98-EA26-435C-AE35-E36611A3B229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180DD74-697B-4327-8338-680DB881DB9B}"/>
              </a:ext>
            </a:extLst>
          </p:cNvPr>
          <p:cNvGrpSpPr>
            <a:grpSpLocks/>
          </p:cNvGrpSpPr>
          <p:nvPr/>
        </p:nvGrpSpPr>
        <p:grpSpPr bwMode="auto">
          <a:xfrm>
            <a:off x="4677432" y="2605459"/>
            <a:ext cx="1944216" cy="614363"/>
            <a:chOff x="6480625" y="1255885"/>
            <a:chExt cx="3041318" cy="961979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55C8084-1579-463F-B3EC-0D3933B3C8F9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网络应用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F9C2D05-986F-4E5F-B8B1-DEE3D4112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BEF75E93-5F9D-425F-813E-050CA7D93DC3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A2CA2CB-1E39-4893-A0D8-0D47287E0704}"/>
              </a:ext>
            </a:extLst>
          </p:cNvPr>
          <p:cNvGrpSpPr>
            <a:grpSpLocks/>
          </p:cNvGrpSpPr>
          <p:nvPr/>
        </p:nvGrpSpPr>
        <p:grpSpPr bwMode="auto">
          <a:xfrm>
            <a:off x="6953250" y="2605459"/>
            <a:ext cx="1944216" cy="614363"/>
            <a:chOff x="6480625" y="1255885"/>
            <a:chExt cx="3041318" cy="961979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FCA37FF-5042-4841-B59E-D15FF9BCC5B8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综合应用</a:t>
              </a:r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33DD4BFE-3CEA-437E-811B-38D56F9A4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872EA34E-4433-4D18-80AF-56C604A90C9C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2971635" y="2120189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10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>
            <a:extLst>
              <a:ext uri="{FF2B5EF4-FFF2-40B4-BE49-F238E27FC236}">
                <a16:creationId xmlns:a16="http://schemas.microsoft.com/office/drawing/2014/main" id="{0F867FEC-D5E2-4EBD-A341-958F78E45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1" y="-19050"/>
            <a:ext cx="1441364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>
              <a:defRPr/>
            </a:pPr>
            <a:r>
              <a:rPr lang="zh-CN" altLang="en-US" sz="2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课程安排</a:t>
            </a:r>
            <a:endParaRPr lang="zh-TW" altLang="zh-CN" sz="24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125798" y="2605459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Vue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ADD46AD-001E-4C85-8246-4A88625E1379}"/>
              </a:ext>
            </a:extLst>
          </p:cNvPr>
          <p:cNvGrpSpPr>
            <a:grpSpLocks/>
          </p:cNvGrpSpPr>
          <p:nvPr/>
        </p:nvGrpSpPr>
        <p:grpSpPr bwMode="auto">
          <a:xfrm>
            <a:off x="2401615" y="2605459"/>
            <a:ext cx="1944216" cy="614363"/>
            <a:chOff x="6480625" y="1255885"/>
            <a:chExt cx="3041318" cy="961979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A3E3DF9-2C99-4ADA-AB98-0C1BADAA4BE1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本地应用</a:t>
              </a:r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9ADBB28D-908A-4EC4-9C4E-B4025718C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E5CEC98-EA26-435C-AE35-E36611A3B229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180DD74-697B-4327-8338-680DB881DB9B}"/>
              </a:ext>
            </a:extLst>
          </p:cNvPr>
          <p:cNvGrpSpPr>
            <a:grpSpLocks/>
          </p:cNvGrpSpPr>
          <p:nvPr/>
        </p:nvGrpSpPr>
        <p:grpSpPr bwMode="auto">
          <a:xfrm>
            <a:off x="4677432" y="2605459"/>
            <a:ext cx="1944216" cy="614363"/>
            <a:chOff x="6480625" y="1255885"/>
            <a:chExt cx="3041318" cy="961979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55C8084-1579-463F-B3EC-0D3933B3C8F9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网络应用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F9C2D05-986F-4E5F-B8B1-DEE3D4112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BEF75E93-5F9D-425F-813E-050CA7D93DC3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A2CA2CB-1E39-4893-A0D8-0D47287E0704}"/>
              </a:ext>
            </a:extLst>
          </p:cNvPr>
          <p:cNvGrpSpPr>
            <a:grpSpLocks/>
          </p:cNvGrpSpPr>
          <p:nvPr/>
        </p:nvGrpSpPr>
        <p:grpSpPr bwMode="auto">
          <a:xfrm>
            <a:off x="6953250" y="2605459"/>
            <a:ext cx="1944216" cy="614363"/>
            <a:chOff x="6480625" y="1255885"/>
            <a:chExt cx="3041318" cy="961979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FCA37FF-5042-4841-B59E-D15FF9BCC5B8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综合应用</a:t>
              </a:r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33DD4BFE-3CEA-437E-811B-38D56F9A4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872EA34E-4433-4D18-80AF-56C604A90C9C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5237686" y="2120189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840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2053475" y="2794930"/>
            <a:ext cx="1160023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axios+vue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CEE03EDB-80CD-4A0D-95D0-57D92711EF64}"/>
              </a:ext>
            </a:extLst>
          </p:cNvPr>
          <p:cNvSpPr txBox="1"/>
          <p:nvPr/>
        </p:nvSpPr>
        <p:spPr>
          <a:xfrm>
            <a:off x="395536" y="1513443"/>
            <a:ext cx="334672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结合网络数据开发应用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26D5CBE-2888-4EED-8B61-4280FBAB4A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948159" y="281479"/>
            <a:ext cx="558450" cy="64807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DCBFE3C-A6EB-4ED2-9D70-9F01D6E02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924" y="642377"/>
            <a:ext cx="4479508" cy="23718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4FA734FB-D1B9-49BB-AB21-65A9EC81A566}"/>
              </a:ext>
            </a:extLst>
          </p:cNvPr>
          <p:cNvSpPr txBox="1"/>
          <p:nvPr/>
        </p:nvSpPr>
        <p:spPr>
          <a:xfrm>
            <a:off x="39810" y="3038743"/>
            <a:ext cx="1506609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网络请求库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BE685654-F919-44CC-A0C5-3CA2093F5C6A}"/>
              </a:ext>
            </a:extLst>
          </p:cNvPr>
          <p:cNvSpPr txBox="1"/>
          <p:nvPr/>
        </p:nvSpPr>
        <p:spPr>
          <a:xfrm>
            <a:off x="1880181" y="3038743"/>
            <a:ext cx="1506609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结合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一起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625E8DC3-F80F-4876-AAEA-11CCB7A03174}"/>
              </a:ext>
            </a:extLst>
          </p:cNvPr>
          <p:cNvSpPr txBox="1"/>
          <p:nvPr/>
        </p:nvSpPr>
        <p:spPr>
          <a:xfrm>
            <a:off x="5467373" y="3038743"/>
            <a:ext cx="1506609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天气预报案例</a:t>
            </a:r>
          </a:p>
        </p:txBody>
      </p:sp>
    </p:spTree>
    <p:extLst>
      <p:ext uri="{BB962C8B-B14F-4D97-AF65-F5344CB8AC3E}">
        <p14:creationId xmlns:p14="http://schemas.microsoft.com/office/powerpoint/2010/main" val="2256619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  <p:bldP spid="12" grpId="0"/>
      <p:bldP spid="15" grpId="0"/>
      <p:bldP spid="16" grpId="0"/>
      <p:bldP spid="17" grpId="0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2053475" y="2794930"/>
            <a:ext cx="1160023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axios+vue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CEE03EDB-80CD-4A0D-95D0-57D92711EF64}"/>
              </a:ext>
            </a:extLst>
          </p:cNvPr>
          <p:cNvSpPr txBox="1"/>
          <p:nvPr/>
        </p:nvSpPr>
        <p:spPr>
          <a:xfrm>
            <a:off x="395536" y="1513443"/>
            <a:ext cx="334672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结合网络数据开发应用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26D5CBE-2888-4EED-8B61-4280FBAB4A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948159" y="281479"/>
            <a:ext cx="558450" cy="64807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DCBFE3C-A6EB-4ED2-9D70-9F01D6E02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924" y="642377"/>
            <a:ext cx="4479508" cy="23718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4FA734FB-D1B9-49BB-AB21-65A9EC81A566}"/>
              </a:ext>
            </a:extLst>
          </p:cNvPr>
          <p:cNvSpPr txBox="1"/>
          <p:nvPr/>
        </p:nvSpPr>
        <p:spPr>
          <a:xfrm>
            <a:off x="39810" y="3038743"/>
            <a:ext cx="1506609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网络请求库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BE685654-F919-44CC-A0C5-3CA2093F5C6A}"/>
              </a:ext>
            </a:extLst>
          </p:cNvPr>
          <p:cNvSpPr txBox="1"/>
          <p:nvPr/>
        </p:nvSpPr>
        <p:spPr>
          <a:xfrm>
            <a:off x="1880181" y="3038743"/>
            <a:ext cx="1506609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结合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一起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625E8DC3-F80F-4876-AAEA-11CCB7A03174}"/>
              </a:ext>
            </a:extLst>
          </p:cNvPr>
          <p:cNvSpPr txBox="1"/>
          <p:nvPr/>
        </p:nvSpPr>
        <p:spPr>
          <a:xfrm>
            <a:off x="5467373" y="3038743"/>
            <a:ext cx="1506609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天气预报案例</a:t>
            </a:r>
          </a:p>
        </p:txBody>
      </p:sp>
    </p:spTree>
    <p:extLst>
      <p:ext uri="{BB962C8B-B14F-4D97-AF65-F5344CB8AC3E}">
        <p14:creationId xmlns:p14="http://schemas.microsoft.com/office/powerpoint/2010/main" val="1300825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  <p:bldP spid="17" grpId="0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2053475" y="2794930"/>
            <a:ext cx="1160023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axios+vue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CEE03EDB-80CD-4A0D-95D0-57D92711EF64}"/>
              </a:ext>
            </a:extLst>
          </p:cNvPr>
          <p:cNvSpPr txBox="1"/>
          <p:nvPr/>
        </p:nvSpPr>
        <p:spPr>
          <a:xfrm>
            <a:off x="395536" y="1513443"/>
            <a:ext cx="334672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结合网络数据开发应用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26D5CBE-2888-4EED-8B61-4280FBAB4A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948159" y="281479"/>
            <a:ext cx="558450" cy="64807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DCBFE3C-A6EB-4ED2-9D70-9F01D6E02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924" y="642377"/>
            <a:ext cx="4479508" cy="23718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4FA734FB-D1B9-49BB-AB21-65A9EC81A566}"/>
              </a:ext>
            </a:extLst>
          </p:cNvPr>
          <p:cNvSpPr txBox="1"/>
          <p:nvPr/>
        </p:nvSpPr>
        <p:spPr>
          <a:xfrm>
            <a:off x="39810" y="3038743"/>
            <a:ext cx="1506609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网络请求库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BE685654-F919-44CC-A0C5-3CA2093F5C6A}"/>
              </a:ext>
            </a:extLst>
          </p:cNvPr>
          <p:cNvSpPr txBox="1"/>
          <p:nvPr/>
        </p:nvSpPr>
        <p:spPr>
          <a:xfrm>
            <a:off x="1880181" y="3038743"/>
            <a:ext cx="1506609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结合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一起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625E8DC3-F80F-4876-AAEA-11CCB7A03174}"/>
              </a:ext>
            </a:extLst>
          </p:cNvPr>
          <p:cNvSpPr txBox="1"/>
          <p:nvPr/>
        </p:nvSpPr>
        <p:spPr>
          <a:xfrm>
            <a:off x="5467373" y="3038743"/>
            <a:ext cx="1506609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天气预报案例</a:t>
            </a:r>
          </a:p>
        </p:txBody>
      </p:sp>
    </p:spTree>
    <p:extLst>
      <p:ext uri="{BB962C8B-B14F-4D97-AF65-F5344CB8AC3E}">
        <p14:creationId xmlns:p14="http://schemas.microsoft.com/office/powerpoint/2010/main" val="800321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758398" y="2427734"/>
            <a:ext cx="6408712" cy="307777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&lt;script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"https://unpkg.com/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axios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/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dist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/axios.min.js"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&gt;&lt;/script&gt;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功能强大的网络请求库</a:t>
            </a:r>
          </a:p>
        </p:txBody>
      </p:sp>
    </p:spTree>
    <p:extLst>
      <p:ext uri="{BB962C8B-B14F-4D97-AF65-F5344CB8AC3E}">
        <p14:creationId xmlns:p14="http://schemas.microsoft.com/office/powerpoint/2010/main" val="2799622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758398" y="2427734"/>
            <a:ext cx="6408712" cy="73866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&lt;script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"https://unpkg.com/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axios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/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dist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/axios.min.js"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&gt;&lt;/script&gt;</a:t>
            </a:r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 err="1">
                <a:solidFill>
                  <a:srgbClr val="6C7680"/>
                </a:solidFill>
                <a:latin typeface="Menlo"/>
              </a:rPr>
              <a:t>axios</a:t>
            </a:r>
            <a:r>
              <a:rPr lang="en-US" altLang="zh-CN" sz="1400" dirty="0" err="1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get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功能强大的网络请求库</a:t>
            </a:r>
          </a:p>
        </p:txBody>
      </p:sp>
    </p:spTree>
    <p:extLst>
      <p:ext uri="{BB962C8B-B14F-4D97-AF65-F5344CB8AC3E}">
        <p14:creationId xmlns:p14="http://schemas.microsoft.com/office/powerpoint/2010/main" val="33442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758398" y="2427734"/>
            <a:ext cx="6408712" cy="73866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&lt;script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"https://unpkg.com/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axios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/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dist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/axios.min.js"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&gt;&lt;/script&gt;</a:t>
            </a:r>
          </a:p>
          <a:p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 err="1">
                <a:solidFill>
                  <a:srgbClr val="6C7680"/>
                </a:solidFill>
                <a:latin typeface="Menlo"/>
              </a:rPr>
              <a:t>axios</a:t>
            </a:r>
            <a:r>
              <a:rPr lang="en-US" altLang="zh-CN" sz="1400" dirty="0" err="1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get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</a:t>
            </a:r>
            <a:r>
              <a:rPr lang="en-US" altLang="zh-CN" sz="1400" dirty="0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then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A37ACC"/>
                </a:solidFill>
                <a:latin typeface="Menlo"/>
              </a:rPr>
              <a:t>response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){})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功能强大的网络请求库</a:t>
            </a:r>
          </a:p>
        </p:txBody>
      </p:sp>
    </p:spTree>
    <p:extLst>
      <p:ext uri="{BB962C8B-B14F-4D97-AF65-F5344CB8AC3E}">
        <p14:creationId xmlns:p14="http://schemas.microsoft.com/office/powerpoint/2010/main" val="1956236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758398" y="2427734"/>
            <a:ext cx="6408712" cy="73866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&lt;script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"https://unpkg.com/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axios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/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dist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/axios.min.js"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&gt;&lt;/script&gt;</a:t>
            </a:r>
          </a:p>
          <a:p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 err="1">
                <a:solidFill>
                  <a:srgbClr val="6C7680"/>
                </a:solidFill>
                <a:latin typeface="Menlo"/>
              </a:rPr>
              <a:t>axios</a:t>
            </a:r>
            <a:r>
              <a:rPr lang="en-US" altLang="zh-CN" sz="1400" dirty="0" err="1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get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</a:t>
            </a:r>
            <a:r>
              <a:rPr lang="en-US" altLang="zh-CN" sz="1400" dirty="0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then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A37ACC"/>
                </a:solidFill>
                <a:latin typeface="Menlo"/>
              </a:rPr>
              <a:t>response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){},</a:t>
            </a:r>
            <a:r>
              <a:rPr lang="en-US" altLang="zh-CN" sz="14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A37ACC"/>
                </a:solidFill>
                <a:latin typeface="Menlo"/>
              </a:rPr>
              <a:t>err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){})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功能强大的网络请求库</a:t>
            </a:r>
          </a:p>
        </p:txBody>
      </p:sp>
    </p:spTree>
    <p:extLst>
      <p:ext uri="{BB962C8B-B14F-4D97-AF65-F5344CB8AC3E}">
        <p14:creationId xmlns:p14="http://schemas.microsoft.com/office/powerpoint/2010/main" val="646414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758398" y="2427734"/>
            <a:ext cx="6408712" cy="73866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&lt;script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"https://unpkg.com/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axios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/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dist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/axios.min.js"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&gt;&lt;/script&gt;</a:t>
            </a:r>
          </a:p>
          <a:p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 err="1">
                <a:solidFill>
                  <a:srgbClr val="6C7680"/>
                </a:solidFill>
                <a:latin typeface="Menlo"/>
              </a:rPr>
              <a:t>axios</a:t>
            </a:r>
            <a:r>
              <a:rPr lang="en-US" altLang="zh-CN" sz="1400" dirty="0" err="1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get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ED9366"/>
                </a:solidFill>
                <a:latin typeface="Menlo"/>
              </a:rPr>
              <a:t>?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查询字符串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</a:t>
            </a:r>
            <a:r>
              <a:rPr lang="en-US" altLang="zh-CN" sz="1400" dirty="0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then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A37ACC"/>
                </a:solidFill>
                <a:latin typeface="Menlo"/>
              </a:rPr>
              <a:t>response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){},</a:t>
            </a:r>
            <a:r>
              <a:rPr lang="en-US" altLang="zh-CN" sz="14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A37ACC"/>
                </a:solidFill>
                <a:latin typeface="Menlo"/>
              </a:rPr>
              <a:t>err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){})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功能强大的网络请求库</a:t>
            </a:r>
          </a:p>
        </p:txBody>
      </p:sp>
    </p:spTree>
    <p:extLst>
      <p:ext uri="{BB962C8B-B14F-4D97-AF65-F5344CB8AC3E}">
        <p14:creationId xmlns:p14="http://schemas.microsoft.com/office/powerpoint/2010/main" val="2865720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758398" y="2427734"/>
            <a:ext cx="6408712" cy="738664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&lt;script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"https://unpkg.com/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axios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/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dist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/axios.min.js"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&gt;&lt;/script&gt;</a:t>
            </a:r>
          </a:p>
          <a:p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 err="1">
                <a:solidFill>
                  <a:srgbClr val="6C7680"/>
                </a:solidFill>
                <a:latin typeface="Menlo"/>
              </a:rPr>
              <a:t>axios</a:t>
            </a:r>
            <a:r>
              <a:rPr lang="en-US" altLang="zh-CN" sz="1400" dirty="0" err="1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get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ED9366"/>
                </a:solidFill>
                <a:latin typeface="Menlo"/>
              </a:rPr>
              <a:t>?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key=value&amp;key2=value2)</a:t>
            </a:r>
            <a:r>
              <a:rPr lang="en-US" altLang="zh-CN" sz="1400" dirty="0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then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A37ACC"/>
                </a:solidFill>
                <a:latin typeface="Menlo"/>
              </a:rPr>
              <a:t>response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){},</a:t>
            </a:r>
            <a:r>
              <a:rPr lang="en-US" altLang="zh-CN" sz="14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A37ACC"/>
                </a:solidFill>
                <a:latin typeface="Menlo"/>
              </a:rPr>
              <a:t>err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){})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功能强大的网络请求库</a:t>
            </a:r>
          </a:p>
        </p:txBody>
      </p:sp>
    </p:spTree>
    <p:extLst>
      <p:ext uri="{BB962C8B-B14F-4D97-AF65-F5344CB8AC3E}">
        <p14:creationId xmlns:p14="http://schemas.microsoft.com/office/powerpoint/2010/main" val="3717058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758398" y="2427734"/>
            <a:ext cx="6408712" cy="954107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&lt;script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"https://unpkg.com/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axios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/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dist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/axios.min.js"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&gt;&lt;/script&gt;</a:t>
            </a:r>
          </a:p>
          <a:p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 err="1">
                <a:solidFill>
                  <a:srgbClr val="6C7680"/>
                </a:solidFill>
                <a:latin typeface="Menlo"/>
              </a:rPr>
              <a:t>axios</a:t>
            </a:r>
            <a:r>
              <a:rPr lang="en-US" altLang="zh-CN" sz="1400" dirty="0" err="1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get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ED9366"/>
                </a:solidFill>
                <a:latin typeface="Menlo"/>
              </a:rPr>
              <a:t>?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key=value&amp;key2=value2)</a:t>
            </a:r>
            <a:r>
              <a:rPr lang="en-US" altLang="zh-CN" sz="1400" dirty="0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then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A37ACC"/>
                </a:solidFill>
                <a:latin typeface="Menlo"/>
              </a:rPr>
              <a:t>response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){},</a:t>
            </a:r>
            <a:r>
              <a:rPr lang="en-US" altLang="zh-CN" sz="14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A37ACC"/>
                </a:solidFill>
                <a:latin typeface="Menlo"/>
              </a:rPr>
              <a:t>err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){})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 err="1">
                <a:solidFill>
                  <a:srgbClr val="6C7680"/>
                </a:solidFill>
                <a:latin typeface="Menlo"/>
              </a:rPr>
              <a:t>axios</a:t>
            </a:r>
            <a:r>
              <a:rPr lang="en-US" altLang="zh-CN" sz="1400" dirty="0" err="1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post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</a:t>
            </a:r>
            <a:r>
              <a:rPr lang="en-US" altLang="zh-CN" sz="1400" dirty="0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then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A37ACC"/>
                </a:solidFill>
                <a:latin typeface="Menlo"/>
              </a:rPr>
              <a:t>response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){},</a:t>
            </a:r>
            <a:r>
              <a:rPr lang="en-US" altLang="zh-CN" sz="14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A37ACC"/>
                </a:solidFill>
                <a:latin typeface="Menlo"/>
              </a:rPr>
              <a:t>err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){})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功能强大的网络请求库</a:t>
            </a:r>
          </a:p>
        </p:txBody>
      </p:sp>
    </p:spTree>
    <p:extLst>
      <p:ext uri="{BB962C8B-B14F-4D97-AF65-F5344CB8AC3E}">
        <p14:creationId xmlns:p14="http://schemas.microsoft.com/office/powerpoint/2010/main" val="3540750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758398" y="2427734"/>
            <a:ext cx="6408712" cy="954107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&lt;script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"https://unpkg.com/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axios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/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dist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/axios.min.js"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&gt;&lt;/script&gt;</a:t>
            </a:r>
          </a:p>
          <a:p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 err="1">
                <a:solidFill>
                  <a:srgbClr val="6C7680"/>
                </a:solidFill>
                <a:latin typeface="Menlo"/>
              </a:rPr>
              <a:t>axios</a:t>
            </a:r>
            <a:r>
              <a:rPr lang="en-US" altLang="zh-CN" sz="1400" dirty="0" err="1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get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ED9366"/>
                </a:solidFill>
                <a:latin typeface="Menlo"/>
              </a:rPr>
              <a:t>?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key=value&amp;key2=value2)</a:t>
            </a:r>
            <a:r>
              <a:rPr lang="en-US" altLang="zh-CN" sz="1400" dirty="0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then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A37ACC"/>
                </a:solidFill>
                <a:latin typeface="Menlo"/>
              </a:rPr>
              <a:t>response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){},</a:t>
            </a:r>
            <a:r>
              <a:rPr lang="en-US" altLang="zh-CN" sz="14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A37ACC"/>
                </a:solidFill>
                <a:latin typeface="Menlo"/>
              </a:rPr>
              <a:t>err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){})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 err="1">
                <a:solidFill>
                  <a:srgbClr val="6C7680"/>
                </a:solidFill>
                <a:latin typeface="Menlo"/>
              </a:rPr>
              <a:t>axios</a:t>
            </a:r>
            <a:r>
              <a:rPr lang="en-US" altLang="zh-CN" sz="1400" dirty="0" err="1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post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,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参数对象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</a:t>
            </a:r>
            <a:r>
              <a:rPr lang="en-US" altLang="zh-CN" sz="1400" dirty="0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then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A37ACC"/>
                </a:solidFill>
                <a:latin typeface="Menlo"/>
              </a:rPr>
              <a:t>response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){},</a:t>
            </a:r>
            <a:r>
              <a:rPr lang="en-US" altLang="zh-CN" sz="14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A37ACC"/>
                </a:solidFill>
                <a:latin typeface="Menlo"/>
              </a:rPr>
              <a:t>err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){})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功能强大的网络请求库</a:t>
            </a:r>
          </a:p>
        </p:txBody>
      </p:sp>
    </p:spTree>
    <p:extLst>
      <p:ext uri="{BB962C8B-B14F-4D97-AF65-F5344CB8AC3E}">
        <p14:creationId xmlns:p14="http://schemas.microsoft.com/office/powerpoint/2010/main" val="3346870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F449D7-120B-4629-9A9E-8575EDE1C1D6}"/>
              </a:ext>
            </a:extLst>
          </p:cNvPr>
          <p:cNvSpPr/>
          <p:nvPr/>
        </p:nvSpPr>
        <p:spPr>
          <a:xfrm>
            <a:off x="758398" y="2427734"/>
            <a:ext cx="6408712" cy="954107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&lt;script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src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=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"https://unpkg.com/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axios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/</a:t>
            </a:r>
            <a:r>
              <a:rPr lang="en-US" altLang="zh-CN" sz="1400" dirty="0" err="1">
                <a:solidFill>
                  <a:srgbClr val="86B300"/>
                </a:solidFill>
                <a:latin typeface="Menlo"/>
              </a:rPr>
              <a:t>dist</a:t>
            </a:r>
            <a:r>
              <a:rPr lang="en-US" altLang="zh-CN" sz="1400" dirty="0">
                <a:solidFill>
                  <a:srgbClr val="86B300"/>
                </a:solidFill>
                <a:latin typeface="Menlo"/>
              </a:rPr>
              <a:t>/axios.min.js"</a:t>
            </a:r>
            <a:r>
              <a:rPr lang="en-US" altLang="zh-CN" sz="1400" dirty="0">
                <a:solidFill>
                  <a:srgbClr val="55B4D4"/>
                </a:solidFill>
                <a:latin typeface="Menlo"/>
              </a:rPr>
              <a:t>&gt;&lt;/script&gt;</a:t>
            </a:r>
          </a:p>
          <a:p>
            <a:endParaRPr lang="en-US" altLang="zh-CN" sz="14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 err="1">
                <a:solidFill>
                  <a:srgbClr val="6C7680"/>
                </a:solidFill>
                <a:latin typeface="Menlo"/>
              </a:rPr>
              <a:t>axios</a:t>
            </a:r>
            <a:r>
              <a:rPr lang="en-US" altLang="zh-CN" sz="1400" dirty="0" err="1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get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ED9366"/>
                </a:solidFill>
                <a:latin typeface="Menlo"/>
              </a:rPr>
              <a:t>?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key=value&amp;key2=values)</a:t>
            </a:r>
            <a:r>
              <a:rPr lang="en-US" altLang="zh-CN" sz="1400" dirty="0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then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A37ACC"/>
                </a:solidFill>
                <a:latin typeface="Menlo"/>
              </a:rPr>
              <a:t>response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){},</a:t>
            </a:r>
            <a:r>
              <a:rPr lang="en-US" altLang="zh-CN" sz="14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A37ACC"/>
                </a:solidFill>
                <a:latin typeface="Menlo"/>
              </a:rPr>
              <a:t>err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){})</a:t>
            </a:r>
          </a:p>
          <a:p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    </a:t>
            </a:r>
            <a:r>
              <a:rPr lang="en-US" altLang="zh-CN" sz="1400" dirty="0" err="1">
                <a:solidFill>
                  <a:srgbClr val="6C7680"/>
                </a:solidFill>
                <a:latin typeface="Menlo"/>
              </a:rPr>
              <a:t>axios</a:t>
            </a:r>
            <a:r>
              <a:rPr lang="en-US" altLang="zh-CN" sz="1400" dirty="0" err="1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400" dirty="0" err="1">
                <a:solidFill>
                  <a:srgbClr val="F2AE49"/>
                </a:solidFill>
                <a:latin typeface="Menlo"/>
              </a:rPr>
              <a:t>post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zh-CN" altLang="en-US" sz="1400" dirty="0">
                <a:solidFill>
                  <a:srgbClr val="6C7680"/>
                </a:solidFill>
                <a:latin typeface="Menlo"/>
              </a:rPr>
              <a:t>地址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,{key:value,key2:value2})</a:t>
            </a:r>
            <a:r>
              <a:rPr lang="en-US" altLang="zh-CN" sz="1400" dirty="0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400" dirty="0">
                <a:solidFill>
                  <a:srgbClr val="F2AE49"/>
                </a:solidFill>
                <a:latin typeface="Menlo"/>
              </a:rPr>
              <a:t>then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A37ACC"/>
                </a:solidFill>
                <a:latin typeface="Menlo"/>
              </a:rPr>
              <a:t>response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){},</a:t>
            </a:r>
            <a:r>
              <a:rPr lang="en-US" altLang="zh-CN" sz="14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400" dirty="0">
                <a:solidFill>
                  <a:srgbClr val="A37ACC"/>
                </a:solidFill>
                <a:latin typeface="Menlo"/>
              </a:rPr>
              <a:t>err</a:t>
            </a:r>
            <a:r>
              <a:rPr lang="en-US" altLang="zh-CN" sz="1400" dirty="0">
                <a:solidFill>
                  <a:srgbClr val="6C7680"/>
                </a:solidFill>
                <a:latin typeface="Menlo"/>
              </a:rPr>
              <a:t>){})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功能强大的网络请求库</a:t>
            </a:r>
          </a:p>
        </p:txBody>
      </p:sp>
    </p:spTree>
    <p:extLst>
      <p:ext uri="{BB962C8B-B14F-4D97-AF65-F5344CB8AC3E}">
        <p14:creationId xmlns:p14="http://schemas.microsoft.com/office/powerpoint/2010/main" val="2215240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功能强大的网络请求库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D253683-A6C5-47AD-9388-F41E5317D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727" y="1419622"/>
            <a:ext cx="5140973" cy="167673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6D2622C-2223-4551-8D4E-176B635E3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7550" y="3225880"/>
            <a:ext cx="5140972" cy="17153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50211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0C607-6D1B-4E1A-88A6-020C0B280359}"/>
              </a:ext>
            </a:extLst>
          </p:cNvPr>
          <p:cNvSpPr txBox="1"/>
          <p:nvPr/>
        </p:nvSpPr>
        <p:spPr>
          <a:xfrm>
            <a:off x="3433924" y="1635646"/>
            <a:ext cx="5280517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srgbClr val="28384B"/>
                </a:solidFill>
                <a:latin typeface="HelveticaNeue"/>
              </a:rPr>
              <a:t> </a:t>
            </a:r>
            <a:r>
              <a:rPr lang="en-US" altLang="zh-CN" sz="1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axios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</a:rPr>
              <a:t>必须先导入才可以使用</a:t>
            </a:r>
            <a:endParaRPr lang="en-US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B81A0DFD-E1E2-4E5E-81E6-3B07E1DF60E9}"/>
              </a:ext>
            </a:extLst>
          </p:cNvPr>
          <p:cNvSpPr txBox="1"/>
          <p:nvPr/>
        </p:nvSpPr>
        <p:spPr>
          <a:xfrm>
            <a:off x="3433925" y="2119092"/>
            <a:ext cx="5458552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get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post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方法即可发送对应的请求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C01BFD-A686-4D8E-A0F4-5071E661095A}"/>
              </a:ext>
            </a:extLst>
          </p:cNvPr>
          <p:cNvSpPr/>
          <p:nvPr/>
        </p:nvSpPr>
        <p:spPr bwMode="auto">
          <a:xfrm>
            <a:off x="539552" y="2357609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0953ED-223E-4889-95A8-EBB3C621D7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29545" y="1709536"/>
            <a:ext cx="558450" cy="648073"/>
          </a:xfrm>
          <a:prstGeom prst="rect">
            <a:avLst/>
          </a:prstGeom>
        </p:spPr>
      </p:pic>
      <p:sp>
        <p:nvSpPr>
          <p:cNvPr id="16" name="TextBox 7">
            <a:extLst>
              <a:ext uri="{FF2B5EF4-FFF2-40B4-BE49-F238E27FC236}">
                <a16:creationId xmlns:a16="http://schemas.microsoft.com/office/drawing/2014/main" id="{200F982A-85BE-47A0-B79D-A7728840911E}"/>
              </a:ext>
            </a:extLst>
          </p:cNvPr>
          <p:cNvSpPr txBox="1"/>
          <p:nvPr/>
        </p:nvSpPr>
        <p:spPr>
          <a:xfrm>
            <a:off x="3432458" y="2602922"/>
            <a:ext cx="524252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kumimoji="0" lang="en-US" altLang="zh-CN" sz="1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0" lang="en-US" altLang="zh-CN" sz="1400" b="0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then</a:t>
            </a:r>
            <a:r>
              <a:rPr kumimoji="0" lang="zh-CN" altLang="en-US" sz="1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方法中的回调函数会在请求成功或失败时触发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B87AD573-1B14-452F-8C02-EA99C4E69E3E}"/>
              </a:ext>
            </a:extLst>
          </p:cNvPr>
          <p:cNvSpPr txBox="1"/>
          <p:nvPr/>
        </p:nvSpPr>
        <p:spPr>
          <a:xfrm>
            <a:off x="3432457" y="3085991"/>
            <a:ext cx="524252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zh-CN" altLang="en-US" sz="1400" noProof="0" dirty="0">
                <a:latin typeface="微软雅黑" pitchFamily="34" charset="-122"/>
                <a:ea typeface="微软雅黑" pitchFamily="34" charset="-122"/>
              </a:rPr>
              <a:t>回调函数的形参可以获取响应内容</a:t>
            </a:r>
            <a:r>
              <a:rPr lang="en-US" altLang="zh-CN" sz="1400" noProof="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400" noProof="0" dirty="0">
                <a:latin typeface="微软雅黑" pitchFamily="34" charset="-122"/>
                <a:ea typeface="微软雅黑" pitchFamily="34" charset="-122"/>
              </a:rPr>
              <a:t>或错误信息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77832FD-DD8E-43C6-84B5-759BB6E47BA4}"/>
              </a:ext>
            </a:extLst>
          </p:cNvPr>
          <p:cNvGrpSpPr>
            <a:grpSpLocks/>
          </p:cNvGrpSpPr>
          <p:nvPr/>
        </p:nvGrpSpPr>
        <p:grpSpPr bwMode="auto">
          <a:xfrm>
            <a:off x="3707904" y="3832225"/>
            <a:ext cx="2900363" cy="945103"/>
            <a:chOff x="879549" y="3893649"/>
            <a:chExt cx="2900363" cy="946531"/>
          </a:xfrm>
        </p:grpSpPr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D1580CCE-4FD1-4D1E-BA76-BCFCBFA3D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9549" y="3893649"/>
              <a:ext cx="2227263" cy="369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文档传送门</a:t>
              </a:r>
            </a:p>
          </p:txBody>
        </p:sp>
        <p:sp>
          <p:nvSpPr>
            <p:cNvPr id="17" name="TextBox 7">
              <a:extLst>
                <a:ext uri="{FF2B5EF4-FFF2-40B4-BE49-F238E27FC236}">
                  <a16:creationId xmlns:a16="http://schemas.microsoft.com/office/drawing/2014/main" id="{0EC011E9-C293-46DF-BAA6-56F23FC4C7F0}"/>
                </a:ext>
              </a:extLst>
            </p:cNvPr>
            <p:cNvSpPr txBox="1"/>
            <p:nvPr/>
          </p:nvSpPr>
          <p:spPr>
            <a:xfrm>
              <a:off x="879549" y="4232302"/>
              <a:ext cx="2900363" cy="60787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lnSpc>
                  <a:spcPct val="2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dirty="0">
                  <a:solidFill>
                    <a:srgbClr val="00B0F0"/>
                  </a:solidFill>
                </a:rPr>
                <a:t>https://github.com/axios/axios</a:t>
              </a:r>
              <a:endParaRPr lang="zh-CN" altLang="en-US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3416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6" grpId="0"/>
      <p:bldP spid="10" grpId="0"/>
    </p:bld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2053475" y="2794930"/>
            <a:ext cx="1160023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axios+vue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CEE03EDB-80CD-4A0D-95D0-57D92711EF64}"/>
              </a:ext>
            </a:extLst>
          </p:cNvPr>
          <p:cNvSpPr txBox="1"/>
          <p:nvPr/>
        </p:nvSpPr>
        <p:spPr>
          <a:xfrm>
            <a:off x="395536" y="1513443"/>
            <a:ext cx="334672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结合网络数据开发应用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26D5CBE-2888-4EED-8B61-4280FBAB4A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270310" y="2155220"/>
            <a:ext cx="558450" cy="64807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DCBFE3C-A6EB-4ED2-9D70-9F01D6E02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924" y="642377"/>
            <a:ext cx="4479508" cy="23718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4FA734FB-D1B9-49BB-AB21-65A9EC81A566}"/>
              </a:ext>
            </a:extLst>
          </p:cNvPr>
          <p:cNvSpPr txBox="1"/>
          <p:nvPr/>
        </p:nvSpPr>
        <p:spPr>
          <a:xfrm>
            <a:off x="39810" y="3038743"/>
            <a:ext cx="1506609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网络请求库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BE685654-F919-44CC-A0C5-3CA2093F5C6A}"/>
              </a:ext>
            </a:extLst>
          </p:cNvPr>
          <p:cNvSpPr txBox="1"/>
          <p:nvPr/>
        </p:nvSpPr>
        <p:spPr>
          <a:xfrm>
            <a:off x="1880181" y="3038743"/>
            <a:ext cx="1506609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结合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一起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625E8DC3-F80F-4876-AAEA-11CCB7A03174}"/>
              </a:ext>
            </a:extLst>
          </p:cNvPr>
          <p:cNvSpPr txBox="1"/>
          <p:nvPr/>
        </p:nvSpPr>
        <p:spPr>
          <a:xfrm>
            <a:off x="5467373" y="3038743"/>
            <a:ext cx="1506609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天气预报案例</a:t>
            </a:r>
          </a:p>
        </p:txBody>
      </p:sp>
    </p:spTree>
    <p:extLst>
      <p:ext uri="{BB962C8B-B14F-4D97-AF65-F5344CB8AC3E}">
        <p14:creationId xmlns:p14="http://schemas.microsoft.com/office/powerpoint/2010/main" val="3669211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2053475" y="2794930"/>
            <a:ext cx="1160023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axios+vue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CEE03EDB-80CD-4A0D-95D0-57D92711EF64}"/>
              </a:ext>
            </a:extLst>
          </p:cNvPr>
          <p:cNvSpPr txBox="1"/>
          <p:nvPr/>
        </p:nvSpPr>
        <p:spPr>
          <a:xfrm>
            <a:off x="395536" y="1513443"/>
            <a:ext cx="334672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结合网络数据开发应用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26D5CBE-2888-4EED-8B61-4280FBAB4A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1997326" y="2155220"/>
            <a:ext cx="558450" cy="64807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DCBFE3C-A6EB-4ED2-9D70-9F01D6E02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924" y="642377"/>
            <a:ext cx="4479508" cy="23718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4FA734FB-D1B9-49BB-AB21-65A9EC81A566}"/>
              </a:ext>
            </a:extLst>
          </p:cNvPr>
          <p:cNvSpPr txBox="1"/>
          <p:nvPr/>
        </p:nvSpPr>
        <p:spPr>
          <a:xfrm>
            <a:off x="39810" y="3038743"/>
            <a:ext cx="1506609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网络请求库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BE685654-F919-44CC-A0C5-3CA2093F5C6A}"/>
              </a:ext>
            </a:extLst>
          </p:cNvPr>
          <p:cNvSpPr txBox="1"/>
          <p:nvPr/>
        </p:nvSpPr>
        <p:spPr>
          <a:xfrm>
            <a:off x="1880181" y="3038743"/>
            <a:ext cx="1506609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结合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一起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625E8DC3-F80F-4876-AAEA-11CCB7A03174}"/>
              </a:ext>
            </a:extLst>
          </p:cNvPr>
          <p:cNvSpPr txBox="1"/>
          <p:nvPr/>
        </p:nvSpPr>
        <p:spPr>
          <a:xfrm>
            <a:off x="5467373" y="3038743"/>
            <a:ext cx="1506609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天气预报案例</a:t>
            </a:r>
          </a:p>
        </p:txBody>
      </p:sp>
    </p:spTree>
    <p:extLst>
      <p:ext uri="{BB962C8B-B14F-4D97-AF65-F5344CB8AC3E}">
        <p14:creationId xmlns:p14="http://schemas.microsoft.com/office/powerpoint/2010/main" val="3910582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axios+vue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axios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如何结合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开发网络应用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E22524-3BA7-4DC1-91FB-4500160AAB29}"/>
              </a:ext>
            </a:extLst>
          </p:cNvPr>
          <p:cNvSpPr/>
          <p:nvPr/>
        </p:nvSpPr>
        <p:spPr>
          <a:xfrm>
            <a:off x="3851920" y="1912531"/>
            <a:ext cx="3744416" cy="2677656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var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app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=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new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</a:t>
            </a:r>
            <a:r>
              <a:rPr lang="en-US" altLang="zh-CN" sz="1200" dirty="0">
                <a:solidFill>
                  <a:srgbClr val="399EE6"/>
                </a:solidFill>
                <a:latin typeface="Menlo"/>
              </a:rPr>
              <a:t>Vue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el: 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"#app"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data: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joke: 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搞笑的笑话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endParaRPr lang="zh-CN" altLang="en-US" sz="1200" dirty="0">
              <a:solidFill>
                <a:srgbClr val="6C7680"/>
              </a:solidFill>
              <a:latin typeface="Menlo"/>
            </a:endParaRPr>
          </a:p>
          <a:p>
            <a:r>
              <a:rPr lang="zh-CN" altLang="en-US" sz="1200" dirty="0">
                <a:solidFill>
                  <a:srgbClr val="6C7680"/>
                </a:solidFill>
                <a:latin typeface="Menlo"/>
              </a:rPr>
              <a:t>        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},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methods: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getJokes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: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()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sz="1200" i="1" dirty="0">
                <a:solidFill>
                  <a:srgbClr val="ABB0B6"/>
                </a:solidFill>
                <a:latin typeface="Menlo"/>
              </a:rPr>
              <a:t>// </a:t>
            </a:r>
            <a:r>
              <a:rPr lang="en-US" altLang="zh-CN" sz="1200" i="1" dirty="0" err="1">
                <a:solidFill>
                  <a:srgbClr val="ABB0B6"/>
                </a:solidFill>
                <a:latin typeface="Menlo"/>
              </a:rPr>
              <a:t>this.joke</a:t>
            </a:r>
            <a:r>
              <a:rPr lang="en-US" altLang="zh-CN" sz="1200" i="1" dirty="0">
                <a:solidFill>
                  <a:srgbClr val="ABB0B6"/>
                </a:solidFill>
                <a:latin typeface="Menlo"/>
              </a:rPr>
              <a:t> 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</a:t>
            </a:r>
            <a:r>
              <a:rPr lang="en-US" altLang="zh-CN" sz="1200" dirty="0" err="1">
                <a:solidFill>
                  <a:srgbClr val="6C7680"/>
                </a:solidFill>
                <a:latin typeface="Menlo"/>
              </a:rPr>
              <a:t>axios</a:t>
            </a:r>
            <a:r>
              <a:rPr lang="en-US" altLang="zh-CN" sz="1200" dirty="0" err="1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200" dirty="0" err="1">
                <a:solidFill>
                  <a:srgbClr val="F2AE49"/>
                </a:solidFill>
                <a:latin typeface="Menlo"/>
              </a:rPr>
              <a:t>get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zh-CN" altLang="en-US" sz="1200" dirty="0">
                <a:solidFill>
                  <a:srgbClr val="86B300"/>
                </a:solidFill>
                <a:latin typeface="Menlo"/>
              </a:rPr>
              <a:t>地址</a:t>
            </a:r>
            <a:r>
              <a:rPr lang="en-US" altLang="zh-CN" sz="1200" dirty="0">
                <a:solidFill>
                  <a:srgbClr val="86B300"/>
                </a:solidFill>
                <a:latin typeface="Menlo"/>
              </a:rPr>
              <a:t>"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)</a:t>
            </a:r>
            <a:r>
              <a:rPr lang="en-US" altLang="zh-CN" sz="1200" dirty="0">
                <a:solidFill>
                  <a:srgbClr val="ED9366"/>
                </a:solidFill>
                <a:latin typeface="Menlo"/>
              </a:rPr>
              <a:t>.</a:t>
            </a:r>
            <a:r>
              <a:rPr lang="en-US" altLang="zh-CN" sz="1200" dirty="0">
                <a:solidFill>
                  <a:srgbClr val="F2AE49"/>
                </a:solidFill>
                <a:latin typeface="Menlo"/>
              </a:rPr>
              <a:t>then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200" dirty="0">
                <a:solidFill>
                  <a:srgbClr val="A37ACC"/>
                </a:solidFill>
                <a:latin typeface="Menlo"/>
              </a:rPr>
              <a:t>response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) {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  </a:t>
            </a:r>
            <a:r>
              <a:rPr lang="en-US" altLang="zh-CN" sz="1200" i="1" dirty="0">
                <a:solidFill>
                  <a:srgbClr val="ABB0B6"/>
                </a:solidFill>
                <a:latin typeface="Menlo"/>
              </a:rPr>
              <a:t>// </a:t>
            </a:r>
            <a:r>
              <a:rPr lang="en-US" altLang="zh-CN" sz="1200" i="1" dirty="0" err="1">
                <a:solidFill>
                  <a:srgbClr val="ABB0B6"/>
                </a:solidFill>
                <a:latin typeface="Menlo"/>
              </a:rPr>
              <a:t>this.joke</a:t>
            </a:r>
            <a:r>
              <a:rPr lang="en-US" altLang="zh-CN" sz="1200" i="1" dirty="0">
                <a:solidFill>
                  <a:srgbClr val="ABB0B6"/>
                </a:solidFill>
                <a:latin typeface="Menlo"/>
              </a:rPr>
              <a:t> ?</a:t>
            </a:r>
            <a:endParaRPr lang="en-US" altLang="zh-CN" sz="1200" dirty="0">
              <a:solidFill>
                <a:srgbClr val="6C7680"/>
              </a:solidFill>
              <a:latin typeface="Menlo"/>
            </a:endParaRP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  }, </a:t>
            </a:r>
            <a:r>
              <a:rPr lang="en-US" altLang="zh-CN" sz="1200" dirty="0">
                <a:solidFill>
                  <a:srgbClr val="FA8D3E"/>
                </a:solidFill>
                <a:latin typeface="Menlo"/>
              </a:rPr>
              <a:t>function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(</a:t>
            </a:r>
            <a:r>
              <a:rPr lang="en-US" altLang="zh-CN" sz="1200" dirty="0">
                <a:solidFill>
                  <a:srgbClr val="A37ACC"/>
                </a:solidFill>
                <a:latin typeface="Menlo"/>
              </a:rPr>
              <a:t>err</a:t>
            </a:r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) {});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  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  }</a:t>
            </a:r>
          </a:p>
          <a:p>
            <a:r>
              <a:rPr lang="en-US" altLang="zh-CN" sz="1200" dirty="0">
                <a:solidFill>
                  <a:srgbClr val="6C7680"/>
                </a:solidFill>
                <a:latin typeface="Menlo"/>
              </a:rPr>
              <a:t>      })</a:t>
            </a:r>
          </a:p>
        </p:txBody>
      </p:sp>
    </p:spTree>
    <p:extLst>
      <p:ext uri="{BB962C8B-B14F-4D97-AF65-F5344CB8AC3E}">
        <p14:creationId xmlns:p14="http://schemas.microsoft.com/office/powerpoint/2010/main" val="1891899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 animBg="1"/>
    </p:bld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axios+vue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21220" y="1563638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axios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如何结合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开发网络应用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733E95-A959-43BC-90CF-C9664E367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575" y="2211710"/>
            <a:ext cx="7632848" cy="167015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23972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0C607-6D1B-4E1A-88A6-020C0B280359}"/>
              </a:ext>
            </a:extLst>
          </p:cNvPr>
          <p:cNvSpPr txBox="1"/>
          <p:nvPr/>
        </p:nvSpPr>
        <p:spPr>
          <a:xfrm>
            <a:off x="3433924" y="1866352"/>
            <a:ext cx="5280517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latin typeface="HelveticaNeue"/>
              </a:rPr>
              <a:t> </a:t>
            </a:r>
            <a:r>
              <a:rPr lang="en-US" altLang="zh-CN" sz="1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axios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回调函数中的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this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已经改变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无法访问到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data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中数据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B81A0DFD-E1E2-4E5E-81E6-3B07E1DF60E9}"/>
              </a:ext>
            </a:extLst>
          </p:cNvPr>
          <p:cNvSpPr txBox="1"/>
          <p:nvPr/>
        </p:nvSpPr>
        <p:spPr>
          <a:xfrm>
            <a:off x="3433925" y="2349798"/>
            <a:ext cx="5458552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把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this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保存起来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回调函数中直接使用保存的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this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即可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C01BFD-A686-4D8E-A0F4-5071E661095A}"/>
              </a:ext>
            </a:extLst>
          </p:cNvPr>
          <p:cNvSpPr/>
          <p:nvPr/>
        </p:nvSpPr>
        <p:spPr bwMode="auto">
          <a:xfrm>
            <a:off x="539552" y="2357609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axios+vue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0953ED-223E-4889-95A8-EBB3C621D7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29545" y="1709536"/>
            <a:ext cx="558450" cy="648073"/>
          </a:xfrm>
          <a:prstGeom prst="rect">
            <a:avLst/>
          </a:prstGeom>
        </p:spPr>
      </p:pic>
      <p:sp>
        <p:nvSpPr>
          <p:cNvPr id="16" name="TextBox 7">
            <a:extLst>
              <a:ext uri="{FF2B5EF4-FFF2-40B4-BE49-F238E27FC236}">
                <a16:creationId xmlns:a16="http://schemas.microsoft.com/office/drawing/2014/main" id="{200F982A-85BE-47A0-B79D-A7728840911E}"/>
              </a:ext>
            </a:extLst>
          </p:cNvPr>
          <p:cNvSpPr txBox="1"/>
          <p:nvPr/>
        </p:nvSpPr>
        <p:spPr>
          <a:xfrm>
            <a:off x="3432458" y="2833628"/>
            <a:ext cx="524252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和本地应用的最大区别就是改变了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数据来源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4093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6" grpId="0"/>
    </p:bld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2053475" y="2794930"/>
            <a:ext cx="1160023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axios+vue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CEE03EDB-80CD-4A0D-95D0-57D92711EF64}"/>
              </a:ext>
            </a:extLst>
          </p:cNvPr>
          <p:cNvSpPr txBox="1"/>
          <p:nvPr/>
        </p:nvSpPr>
        <p:spPr>
          <a:xfrm>
            <a:off x="395536" y="1513443"/>
            <a:ext cx="334672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结合网络数据开发应用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26D5CBE-2888-4EED-8B61-4280FBAB4A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1997326" y="2155220"/>
            <a:ext cx="558450" cy="64807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DCBFE3C-A6EB-4ED2-9D70-9F01D6E02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924" y="642377"/>
            <a:ext cx="4479508" cy="23718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4FA734FB-D1B9-49BB-AB21-65A9EC81A566}"/>
              </a:ext>
            </a:extLst>
          </p:cNvPr>
          <p:cNvSpPr txBox="1"/>
          <p:nvPr/>
        </p:nvSpPr>
        <p:spPr>
          <a:xfrm>
            <a:off x="39810" y="3038743"/>
            <a:ext cx="1506609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网络请求库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BE685654-F919-44CC-A0C5-3CA2093F5C6A}"/>
              </a:ext>
            </a:extLst>
          </p:cNvPr>
          <p:cNvSpPr txBox="1"/>
          <p:nvPr/>
        </p:nvSpPr>
        <p:spPr>
          <a:xfrm>
            <a:off x="1880181" y="3038743"/>
            <a:ext cx="1506609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结合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一起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625E8DC3-F80F-4876-AAEA-11CCB7A03174}"/>
              </a:ext>
            </a:extLst>
          </p:cNvPr>
          <p:cNvSpPr txBox="1"/>
          <p:nvPr/>
        </p:nvSpPr>
        <p:spPr>
          <a:xfrm>
            <a:off x="5467373" y="3038743"/>
            <a:ext cx="1506609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天气预报案例</a:t>
            </a:r>
          </a:p>
        </p:txBody>
      </p:sp>
    </p:spTree>
    <p:extLst>
      <p:ext uri="{BB962C8B-B14F-4D97-AF65-F5344CB8AC3E}">
        <p14:creationId xmlns:p14="http://schemas.microsoft.com/office/powerpoint/2010/main" val="3153967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网络应用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B96C9F2-9E88-4E31-96F9-855C482681D5}"/>
              </a:ext>
            </a:extLst>
          </p:cNvPr>
          <p:cNvCxnSpPr>
            <a:cxnSpLocks/>
          </p:cNvCxnSpPr>
          <p:nvPr/>
        </p:nvCxnSpPr>
        <p:spPr>
          <a:xfrm>
            <a:off x="107504" y="3075806"/>
            <a:ext cx="892899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69663DE-48D8-44D0-92A5-52E5AC17442F}"/>
              </a:ext>
            </a:extLst>
          </p:cNvPr>
          <p:cNvSpPr/>
          <p:nvPr/>
        </p:nvSpPr>
        <p:spPr bwMode="auto">
          <a:xfrm>
            <a:off x="323987" y="2794930"/>
            <a:ext cx="962062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A0013-85BD-4094-8B67-121ED0BAABD7}"/>
              </a:ext>
            </a:extLst>
          </p:cNvPr>
          <p:cNvSpPr/>
          <p:nvPr/>
        </p:nvSpPr>
        <p:spPr bwMode="auto">
          <a:xfrm>
            <a:off x="2053475" y="2794930"/>
            <a:ext cx="1160023" cy="219268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axios+vue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CEE03EDB-80CD-4A0D-95D0-57D92711EF64}"/>
              </a:ext>
            </a:extLst>
          </p:cNvPr>
          <p:cNvSpPr txBox="1"/>
          <p:nvPr/>
        </p:nvSpPr>
        <p:spPr>
          <a:xfrm>
            <a:off x="395536" y="1513443"/>
            <a:ext cx="334672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结合网络数据开发应用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DCBFE3C-A6EB-4ED2-9D70-9F01D6E02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924" y="642377"/>
            <a:ext cx="4479508" cy="23718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4FA734FB-D1B9-49BB-AB21-65A9EC81A566}"/>
              </a:ext>
            </a:extLst>
          </p:cNvPr>
          <p:cNvSpPr txBox="1"/>
          <p:nvPr/>
        </p:nvSpPr>
        <p:spPr>
          <a:xfrm>
            <a:off x="39810" y="3038743"/>
            <a:ext cx="1506609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网络请求库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BE685654-F919-44CC-A0C5-3CA2093F5C6A}"/>
              </a:ext>
            </a:extLst>
          </p:cNvPr>
          <p:cNvSpPr txBox="1"/>
          <p:nvPr/>
        </p:nvSpPr>
        <p:spPr>
          <a:xfrm>
            <a:off x="1880181" y="3038743"/>
            <a:ext cx="1506609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结合</a:t>
            </a:r>
            <a:r>
              <a:rPr lang="en-US" altLang="zh-CN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一起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625E8DC3-F80F-4876-AAEA-11CCB7A03174}"/>
              </a:ext>
            </a:extLst>
          </p:cNvPr>
          <p:cNvSpPr txBox="1"/>
          <p:nvPr/>
        </p:nvSpPr>
        <p:spPr>
          <a:xfrm>
            <a:off x="5467373" y="3038743"/>
            <a:ext cx="1506609" cy="30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zh-CN" altLang="en-US" sz="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天气预报案例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26D5CBE-2888-4EED-8B61-4280FBAB4AE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980924" y="2366125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99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天知道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12184" y="1413390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查询天气的应用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658DDE-0F59-43BA-9EEE-BBF5C63C9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838912"/>
            <a:ext cx="4039919" cy="213906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71DEEE5D-0B0B-4A73-9E47-6EE63662D245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325998"/>
            <a:ext cx="1440160" cy="453664"/>
            <a:chOff x="6480626" y="1275097"/>
            <a:chExt cx="2252828" cy="71035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F8CF4C0-83A3-41A9-8CE3-14F3BF6E7E8F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回车查询</a:t>
              </a:r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26717ECB-57C9-42FA-A1E3-10C9E532B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59ACCE9-A34A-4D38-9830-A62844741461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01E1E08-5E4C-4823-A9CB-64E99AE82792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926912"/>
            <a:ext cx="1440160" cy="453664"/>
            <a:chOff x="6480626" y="1275097"/>
            <a:chExt cx="2252828" cy="710353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FEF8F01-C15B-4454-9F6C-F1EF4AB12D16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点击查询</a:t>
              </a:r>
            </a:p>
          </p:txBody>
        </p:sp>
        <p:sp>
          <p:nvSpPr>
            <p:cNvPr id="16" name="Freeform 30">
              <a:extLst>
                <a:ext uri="{FF2B5EF4-FFF2-40B4-BE49-F238E27FC236}">
                  <a16:creationId xmlns:a16="http://schemas.microsoft.com/office/drawing/2014/main" id="{C7B0F941-166C-42ED-9241-45142AA55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EF1795A6-BEFC-4EA4-B91C-22251BFB938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1962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9" grpId="0"/>
    </p:bld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天知道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83568" y="195485"/>
            <a:ext cx="558450" cy="648073"/>
          </a:xfrm>
          <a:prstGeom prst="rect">
            <a:avLst/>
          </a:prstGeom>
        </p:spPr>
      </p:pic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12184" y="1413390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查询天气的应用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658DDE-0F59-43BA-9EEE-BBF5C63C9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838912"/>
            <a:ext cx="4039919" cy="213906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71DEEE5D-0B0B-4A73-9E47-6EE63662D245}"/>
              </a:ext>
            </a:extLst>
          </p:cNvPr>
          <p:cNvGrpSpPr>
            <a:grpSpLocks/>
          </p:cNvGrpSpPr>
          <p:nvPr/>
        </p:nvGrpSpPr>
        <p:grpSpPr bwMode="auto">
          <a:xfrm>
            <a:off x="4932040" y="1325998"/>
            <a:ext cx="1440160" cy="453664"/>
            <a:chOff x="6480626" y="1275097"/>
            <a:chExt cx="2252828" cy="71035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F8CF4C0-83A3-41A9-8CE3-14F3BF6E7E8F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回车查询</a:t>
              </a:r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26717ECB-57C9-42FA-A1E3-10C9E532B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59ACCE9-A34A-4D38-9830-A62844741461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01E1E08-5E4C-4823-A9CB-64E99AE82792}"/>
              </a:ext>
            </a:extLst>
          </p:cNvPr>
          <p:cNvGrpSpPr>
            <a:grpSpLocks/>
          </p:cNvGrpSpPr>
          <p:nvPr/>
        </p:nvGrpSpPr>
        <p:grpSpPr bwMode="auto">
          <a:xfrm>
            <a:off x="4932040" y="1926912"/>
            <a:ext cx="1440160" cy="453664"/>
            <a:chOff x="6480626" y="1275097"/>
            <a:chExt cx="2252828" cy="710353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FEF8F01-C15B-4454-9F6C-F1EF4AB12D16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点击查询</a:t>
              </a:r>
            </a:p>
          </p:txBody>
        </p:sp>
        <p:sp>
          <p:nvSpPr>
            <p:cNvPr id="16" name="Freeform 30">
              <a:extLst>
                <a:ext uri="{FF2B5EF4-FFF2-40B4-BE49-F238E27FC236}">
                  <a16:creationId xmlns:a16="http://schemas.microsoft.com/office/drawing/2014/main" id="{C7B0F941-166C-42ED-9241-45142AA55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EF1795A6-BEFC-4EA4-B91C-22251BFB938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412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天知道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12184" y="1413390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查询天气的应用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658DDE-0F59-43BA-9EEE-BBF5C63C9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838912"/>
            <a:ext cx="4039919" cy="213906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71DEEE5D-0B0B-4A73-9E47-6EE63662D245}"/>
              </a:ext>
            </a:extLst>
          </p:cNvPr>
          <p:cNvGrpSpPr>
            <a:grpSpLocks/>
          </p:cNvGrpSpPr>
          <p:nvPr/>
        </p:nvGrpSpPr>
        <p:grpSpPr bwMode="auto">
          <a:xfrm>
            <a:off x="4932040" y="1325998"/>
            <a:ext cx="1440160" cy="453664"/>
            <a:chOff x="6480626" y="1275097"/>
            <a:chExt cx="2252828" cy="71035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F8CF4C0-83A3-41A9-8CE3-14F3BF6E7E8F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回车查询</a:t>
              </a:r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26717ECB-57C9-42FA-A1E3-10C9E532B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59ACCE9-A34A-4D38-9830-A62844741461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01E1E08-5E4C-4823-A9CB-64E99AE82792}"/>
              </a:ext>
            </a:extLst>
          </p:cNvPr>
          <p:cNvGrpSpPr>
            <a:grpSpLocks/>
          </p:cNvGrpSpPr>
          <p:nvPr/>
        </p:nvGrpSpPr>
        <p:grpSpPr bwMode="auto">
          <a:xfrm>
            <a:off x="4932040" y="1926912"/>
            <a:ext cx="1440160" cy="453664"/>
            <a:chOff x="6480626" y="1275097"/>
            <a:chExt cx="2252828" cy="710353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FEF8F01-C15B-4454-9F6C-F1EF4AB12D16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点击查询</a:t>
              </a:r>
            </a:p>
          </p:txBody>
        </p:sp>
        <p:sp>
          <p:nvSpPr>
            <p:cNvPr id="16" name="Freeform 30">
              <a:extLst>
                <a:ext uri="{FF2B5EF4-FFF2-40B4-BE49-F238E27FC236}">
                  <a16:creationId xmlns:a16="http://schemas.microsoft.com/office/drawing/2014/main" id="{C7B0F941-166C-42ED-9241-45142AA55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EF1795A6-BEFC-4EA4-B91C-22251BFB938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396850" y="1107721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710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天知道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12184" y="1413390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查询天气的应用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658DDE-0F59-43BA-9EEE-BBF5C63C9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838912"/>
            <a:ext cx="4039919" cy="213906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71DEEE5D-0B0B-4A73-9E47-6EE63662D245}"/>
              </a:ext>
            </a:extLst>
          </p:cNvPr>
          <p:cNvGrpSpPr>
            <a:grpSpLocks/>
          </p:cNvGrpSpPr>
          <p:nvPr/>
        </p:nvGrpSpPr>
        <p:grpSpPr bwMode="auto">
          <a:xfrm>
            <a:off x="4932040" y="1325998"/>
            <a:ext cx="1440160" cy="453664"/>
            <a:chOff x="6480626" y="1275097"/>
            <a:chExt cx="2252828" cy="71035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F8CF4C0-83A3-41A9-8CE3-14F3BF6E7E8F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回车查询</a:t>
              </a:r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26717ECB-57C9-42FA-A1E3-10C9E532B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59ACCE9-A34A-4D38-9830-A62844741461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396850" y="1107721"/>
            <a:ext cx="558450" cy="648073"/>
          </a:xfrm>
          <a:prstGeom prst="rect">
            <a:avLst/>
          </a:prstGeom>
        </p:spPr>
      </p:pic>
      <p:sp>
        <p:nvSpPr>
          <p:cNvPr id="18" name="TextBox 7">
            <a:extLst>
              <a:ext uri="{FF2B5EF4-FFF2-40B4-BE49-F238E27FC236}">
                <a16:creationId xmlns:a16="http://schemas.microsoft.com/office/drawing/2014/main" id="{B220D833-BA2E-4E80-A110-0B83AC50FEF2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按下回车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43843723-52B3-48E5-B8EB-1344CDAB2A58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查询数据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6149579C-9F6A-4BAA-8D59-D3D732357777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渲染数据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8325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天知道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12184" y="1413390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查询天气的应用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658DDE-0F59-43BA-9EEE-BBF5C63C9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838912"/>
            <a:ext cx="4039919" cy="213906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71DEEE5D-0B0B-4A73-9E47-6EE63662D245}"/>
              </a:ext>
            </a:extLst>
          </p:cNvPr>
          <p:cNvGrpSpPr>
            <a:grpSpLocks/>
          </p:cNvGrpSpPr>
          <p:nvPr/>
        </p:nvGrpSpPr>
        <p:grpSpPr bwMode="auto">
          <a:xfrm>
            <a:off x="4932040" y="1325998"/>
            <a:ext cx="1440160" cy="453664"/>
            <a:chOff x="6480626" y="1275097"/>
            <a:chExt cx="2252828" cy="71035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F8CF4C0-83A3-41A9-8CE3-14F3BF6E7E8F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回车查询</a:t>
              </a:r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26717ECB-57C9-42FA-A1E3-10C9E532B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59ACCE9-A34A-4D38-9830-A62844741461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396850" y="1107721"/>
            <a:ext cx="558450" cy="648073"/>
          </a:xfrm>
          <a:prstGeom prst="rect">
            <a:avLst/>
          </a:prstGeom>
        </p:spPr>
      </p:pic>
      <p:sp>
        <p:nvSpPr>
          <p:cNvPr id="18" name="TextBox 7">
            <a:extLst>
              <a:ext uri="{FF2B5EF4-FFF2-40B4-BE49-F238E27FC236}">
                <a16:creationId xmlns:a16="http://schemas.microsoft.com/office/drawing/2014/main" id="{B220D833-BA2E-4E80-A110-0B83AC50FEF2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按下回车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 .enter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43843723-52B3-48E5-B8EB-1344CDAB2A58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查询数据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6149579C-9F6A-4BAA-8D59-D3D732357777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渲染数据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8586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天知道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12184" y="1413390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查询天气的应用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658DDE-0F59-43BA-9EEE-BBF5C63C9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838912"/>
            <a:ext cx="4039919" cy="213906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71DEEE5D-0B0B-4A73-9E47-6EE63662D245}"/>
              </a:ext>
            </a:extLst>
          </p:cNvPr>
          <p:cNvGrpSpPr>
            <a:grpSpLocks/>
          </p:cNvGrpSpPr>
          <p:nvPr/>
        </p:nvGrpSpPr>
        <p:grpSpPr bwMode="auto">
          <a:xfrm>
            <a:off x="4932040" y="1325998"/>
            <a:ext cx="1440160" cy="453664"/>
            <a:chOff x="6480626" y="1275097"/>
            <a:chExt cx="2252828" cy="71035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F8CF4C0-83A3-41A9-8CE3-14F3BF6E7E8F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回车查询</a:t>
              </a:r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26717ECB-57C9-42FA-A1E3-10C9E532B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59ACCE9-A34A-4D38-9830-A62844741461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396850" y="1107721"/>
            <a:ext cx="558450" cy="648073"/>
          </a:xfrm>
          <a:prstGeom prst="rect">
            <a:avLst/>
          </a:prstGeom>
        </p:spPr>
      </p:pic>
      <p:sp>
        <p:nvSpPr>
          <p:cNvPr id="18" name="TextBox 7">
            <a:extLst>
              <a:ext uri="{FF2B5EF4-FFF2-40B4-BE49-F238E27FC236}">
                <a16:creationId xmlns:a16="http://schemas.microsoft.com/office/drawing/2014/main" id="{B220D833-BA2E-4E80-A110-0B83AC50FEF2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按下回车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 .enter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43843723-52B3-48E5-B8EB-1344CDAB2A58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查询数据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axios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接口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v-model 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6149579C-9F6A-4BAA-8D59-D3D732357777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渲染数据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4358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天知道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12184" y="1413390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查询天气的应用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658DDE-0F59-43BA-9EEE-BBF5C63C9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838912"/>
            <a:ext cx="4039919" cy="213906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71DEEE5D-0B0B-4A73-9E47-6EE63662D245}"/>
              </a:ext>
            </a:extLst>
          </p:cNvPr>
          <p:cNvGrpSpPr>
            <a:grpSpLocks/>
          </p:cNvGrpSpPr>
          <p:nvPr/>
        </p:nvGrpSpPr>
        <p:grpSpPr bwMode="auto">
          <a:xfrm>
            <a:off x="4932040" y="1325998"/>
            <a:ext cx="1440160" cy="453664"/>
            <a:chOff x="6480626" y="1275097"/>
            <a:chExt cx="2252828" cy="71035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F8CF4C0-83A3-41A9-8CE3-14F3BF6E7E8F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回车查询</a:t>
              </a:r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26717ECB-57C9-42FA-A1E3-10C9E532B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59ACCE9-A34A-4D38-9830-A62844741461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396850" y="1107721"/>
            <a:ext cx="558450" cy="648073"/>
          </a:xfrm>
          <a:prstGeom prst="rect">
            <a:avLst/>
          </a:prstGeom>
        </p:spPr>
      </p:pic>
      <p:sp>
        <p:nvSpPr>
          <p:cNvPr id="18" name="TextBox 7">
            <a:extLst>
              <a:ext uri="{FF2B5EF4-FFF2-40B4-BE49-F238E27FC236}">
                <a16:creationId xmlns:a16="http://schemas.microsoft.com/office/drawing/2014/main" id="{B220D833-BA2E-4E80-A110-0B83AC50FEF2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按下回车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 .enter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43843723-52B3-48E5-B8EB-1344CDAB2A58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查询数据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axios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接口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v-model 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6149579C-9F6A-4BAA-8D59-D3D732357777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渲染数据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v-for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数组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that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65432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天知道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12184" y="1413390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查询天气的应用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658DDE-0F59-43BA-9EEE-BBF5C63C9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838912"/>
            <a:ext cx="4039919" cy="213906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71DEEE5D-0B0B-4A73-9E47-6EE63662D245}"/>
              </a:ext>
            </a:extLst>
          </p:cNvPr>
          <p:cNvGrpSpPr>
            <a:grpSpLocks/>
          </p:cNvGrpSpPr>
          <p:nvPr/>
        </p:nvGrpSpPr>
        <p:grpSpPr bwMode="auto">
          <a:xfrm>
            <a:off x="4932040" y="1325998"/>
            <a:ext cx="1440160" cy="453664"/>
            <a:chOff x="6480626" y="1275097"/>
            <a:chExt cx="2252828" cy="71035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F8CF4C0-83A3-41A9-8CE3-14F3BF6E7E8F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回车查询</a:t>
              </a:r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26717ECB-57C9-42FA-A1E3-10C9E532B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59ACCE9-A34A-4D38-9830-A62844741461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396850" y="1107721"/>
            <a:ext cx="558450" cy="648073"/>
          </a:xfrm>
          <a:prstGeom prst="rect">
            <a:avLst/>
          </a:prstGeom>
        </p:spPr>
      </p:pic>
      <p:sp>
        <p:nvSpPr>
          <p:cNvPr id="18" name="TextBox 7">
            <a:extLst>
              <a:ext uri="{FF2B5EF4-FFF2-40B4-BE49-F238E27FC236}">
                <a16:creationId xmlns:a16="http://schemas.microsoft.com/office/drawing/2014/main" id="{B220D833-BA2E-4E80-A110-0B83AC50FEF2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按下回车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 .enter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43843723-52B3-48E5-B8EB-1344CDAB2A58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查询数据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axios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接口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v-model 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6149579C-9F6A-4BAA-8D59-D3D732357777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渲染数据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v-for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数组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that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B822488-CDFC-493E-BC75-CB26C88E421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9456"/>
          <a:stretch/>
        </p:blipFill>
        <p:spPr>
          <a:xfrm>
            <a:off x="4955300" y="2657127"/>
            <a:ext cx="4039919" cy="198832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31771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0C607-6D1B-4E1A-88A6-020C0B280359}"/>
              </a:ext>
            </a:extLst>
          </p:cNvPr>
          <p:cNvSpPr txBox="1"/>
          <p:nvPr/>
        </p:nvSpPr>
        <p:spPr>
          <a:xfrm>
            <a:off x="3433924" y="1866352"/>
            <a:ext cx="5280517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应用的逻辑代码建议和页面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分离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，使用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单独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1400" dirty="0" err="1">
                <a:latin typeface="微软雅黑" pitchFamily="34" charset="-122"/>
                <a:ea typeface="微软雅黑" pitchFamily="34" charset="-122"/>
              </a:rPr>
              <a:t>js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文件编写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B81A0DFD-E1E2-4E5E-81E6-3B07E1DF60E9}"/>
              </a:ext>
            </a:extLst>
          </p:cNvPr>
          <p:cNvSpPr txBox="1"/>
          <p:nvPr/>
        </p:nvSpPr>
        <p:spPr>
          <a:xfrm>
            <a:off x="3433925" y="2349798"/>
            <a:ext cx="5458552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axios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回调函数中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this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指向改变了，需要额外的保存一份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0953ED-223E-4889-95A8-EBB3C621D7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76767" y="2081521"/>
            <a:ext cx="558450" cy="648073"/>
          </a:xfrm>
          <a:prstGeom prst="rect">
            <a:avLst/>
          </a:prstGeom>
        </p:spPr>
      </p:pic>
      <p:sp>
        <p:nvSpPr>
          <p:cNvPr id="16" name="TextBox 7">
            <a:extLst>
              <a:ext uri="{FF2B5EF4-FFF2-40B4-BE49-F238E27FC236}">
                <a16:creationId xmlns:a16="http://schemas.microsoft.com/office/drawing/2014/main" id="{200F982A-85BE-47A0-B79D-A7728840911E}"/>
              </a:ext>
            </a:extLst>
          </p:cNvPr>
          <p:cNvSpPr txBox="1"/>
          <p:nvPr/>
        </p:nvSpPr>
        <p:spPr>
          <a:xfrm>
            <a:off x="3432458" y="2833628"/>
            <a:ext cx="524252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服务器返回的数据比较复杂时，获取的时候需要注意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层级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结构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E40EDEE-3AF2-4DC1-824B-D79A05488025}"/>
              </a:ext>
            </a:extLst>
          </p:cNvPr>
          <p:cNvGrpSpPr>
            <a:grpSpLocks/>
          </p:cNvGrpSpPr>
          <p:nvPr/>
        </p:nvGrpSpPr>
        <p:grpSpPr bwMode="auto">
          <a:xfrm>
            <a:off x="1331640" y="2275930"/>
            <a:ext cx="1440160" cy="453664"/>
            <a:chOff x="6480626" y="1275097"/>
            <a:chExt cx="2252828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F81E697-6ADB-4D25-8D7F-047235734DA1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回车查询</a:t>
              </a:r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B7437657-435D-40F5-B42D-1BA8C2042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0B20DA05-B85C-4731-A4B7-D402403CBA6A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7816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6" grpId="0"/>
    </p:bld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天知道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12184" y="1413390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查询天气的应用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658DDE-0F59-43BA-9EEE-BBF5C63C9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838912"/>
            <a:ext cx="4039919" cy="213906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71DEEE5D-0B0B-4A73-9E47-6EE63662D245}"/>
              </a:ext>
            </a:extLst>
          </p:cNvPr>
          <p:cNvGrpSpPr>
            <a:grpSpLocks/>
          </p:cNvGrpSpPr>
          <p:nvPr/>
        </p:nvGrpSpPr>
        <p:grpSpPr bwMode="auto">
          <a:xfrm>
            <a:off x="4932040" y="1325998"/>
            <a:ext cx="1440160" cy="453664"/>
            <a:chOff x="6480626" y="1275097"/>
            <a:chExt cx="2252828" cy="71035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F8CF4C0-83A3-41A9-8CE3-14F3BF6E7E8F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回车查询</a:t>
              </a:r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26717ECB-57C9-42FA-A1E3-10C9E532B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59ACCE9-A34A-4D38-9830-A62844741461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01E1E08-5E4C-4823-A9CB-64E99AE82792}"/>
              </a:ext>
            </a:extLst>
          </p:cNvPr>
          <p:cNvGrpSpPr>
            <a:grpSpLocks/>
          </p:cNvGrpSpPr>
          <p:nvPr/>
        </p:nvGrpSpPr>
        <p:grpSpPr bwMode="auto">
          <a:xfrm>
            <a:off x="4932040" y="1926912"/>
            <a:ext cx="1440160" cy="453664"/>
            <a:chOff x="6480626" y="1275097"/>
            <a:chExt cx="2252828" cy="710353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FEF8F01-C15B-4454-9F6C-F1EF4AB12D16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点击查询</a:t>
              </a:r>
            </a:p>
          </p:txBody>
        </p:sp>
        <p:sp>
          <p:nvSpPr>
            <p:cNvPr id="16" name="Freeform 30">
              <a:extLst>
                <a:ext uri="{FF2B5EF4-FFF2-40B4-BE49-F238E27FC236}">
                  <a16:creationId xmlns:a16="http://schemas.microsoft.com/office/drawing/2014/main" id="{C7B0F941-166C-42ED-9241-45142AA55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EF1795A6-BEFC-4EA4-B91C-22251BFB938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396850" y="1107721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894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天知道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12184" y="1413390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查询天气的应用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658DDE-0F59-43BA-9EEE-BBF5C63C9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838912"/>
            <a:ext cx="4039919" cy="213906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71DEEE5D-0B0B-4A73-9E47-6EE63662D245}"/>
              </a:ext>
            </a:extLst>
          </p:cNvPr>
          <p:cNvGrpSpPr>
            <a:grpSpLocks/>
          </p:cNvGrpSpPr>
          <p:nvPr/>
        </p:nvGrpSpPr>
        <p:grpSpPr bwMode="auto">
          <a:xfrm>
            <a:off x="4932040" y="1325998"/>
            <a:ext cx="1440160" cy="453664"/>
            <a:chOff x="6480626" y="1275097"/>
            <a:chExt cx="2252828" cy="71035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F8CF4C0-83A3-41A9-8CE3-14F3BF6E7E8F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回车查询</a:t>
              </a:r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26717ECB-57C9-42FA-A1E3-10C9E532B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59ACCE9-A34A-4D38-9830-A62844741461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01E1E08-5E4C-4823-A9CB-64E99AE82792}"/>
              </a:ext>
            </a:extLst>
          </p:cNvPr>
          <p:cNvGrpSpPr>
            <a:grpSpLocks/>
          </p:cNvGrpSpPr>
          <p:nvPr/>
        </p:nvGrpSpPr>
        <p:grpSpPr bwMode="auto">
          <a:xfrm>
            <a:off x="4932040" y="1926912"/>
            <a:ext cx="1440160" cy="453664"/>
            <a:chOff x="6480626" y="1275097"/>
            <a:chExt cx="2252828" cy="710353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FEF8F01-C15B-4454-9F6C-F1EF4AB12D16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点击查询</a:t>
              </a:r>
            </a:p>
          </p:txBody>
        </p:sp>
        <p:sp>
          <p:nvSpPr>
            <p:cNvPr id="16" name="Freeform 30">
              <a:extLst>
                <a:ext uri="{FF2B5EF4-FFF2-40B4-BE49-F238E27FC236}">
                  <a16:creationId xmlns:a16="http://schemas.microsoft.com/office/drawing/2014/main" id="{C7B0F941-166C-42ED-9241-45142AA55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EF1795A6-BEFC-4EA4-B91C-22251BFB938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396850" y="1707654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064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天知道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12184" y="1413390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查询天气的应用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658DDE-0F59-43BA-9EEE-BBF5C63C9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838912"/>
            <a:ext cx="4039919" cy="213906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601E1E08-5E4C-4823-A9CB-64E99AE82792}"/>
              </a:ext>
            </a:extLst>
          </p:cNvPr>
          <p:cNvGrpSpPr>
            <a:grpSpLocks/>
          </p:cNvGrpSpPr>
          <p:nvPr/>
        </p:nvGrpSpPr>
        <p:grpSpPr bwMode="auto">
          <a:xfrm>
            <a:off x="4932040" y="1926912"/>
            <a:ext cx="1440160" cy="453664"/>
            <a:chOff x="6480626" y="1275097"/>
            <a:chExt cx="2252828" cy="710353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FEF8F01-C15B-4454-9F6C-F1EF4AB12D16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点击查询</a:t>
              </a:r>
            </a:p>
          </p:txBody>
        </p:sp>
        <p:sp>
          <p:nvSpPr>
            <p:cNvPr id="16" name="Freeform 30">
              <a:extLst>
                <a:ext uri="{FF2B5EF4-FFF2-40B4-BE49-F238E27FC236}">
                  <a16:creationId xmlns:a16="http://schemas.microsoft.com/office/drawing/2014/main" id="{C7B0F941-166C-42ED-9241-45142AA55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EF1795A6-BEFC-4EA4-B91C-22251BFB938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396850" y="1707654"/>
            <a:ext cx="558450" cy="648073"/>
          </a:xfrm>
          <a:prstGeom prst="rect">
            <a:avLst/>
          </a:prstGeom>
        </p:spPr>
      </p:pic>
      <p:sp>
        <p:nvSpPr>
          <p:cNvPr id="18" name="TextBox 7">
            <a:extLst>
              <a:ext uri="{FF2B5EF4-FFF2-40B4-BE49-F238E27FC236}">
                <a16:creationId xmlns:a16="http://schemas.microsoft.com/office/drawing/2014/main" id="{4212E452-8BA0-429F-9B74-C603C1B84340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点击城市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9D62DF72-1BE4-4C10-9F47-53A7CA97B71C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查询数据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0BDD4B31-FDF2-42A7-B22F-33DEE5BA258F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渲染数据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7465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天知道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12184" y="1413390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查询天气的应用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658DDE-0F59-43BA-9EEE-BBF5C63C9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838912"/>
            <a:ext cx="4039919" cy="213906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601E1E08-5E4C-4823-A9CB-64E99AE82792}"/>
              </a:ext>
            </a:extLst>
          </p:cNvPr>
          <p:cNvGrpSpPr>
            <a:grpSpLocks/>
          </p:cNvGrpSpPr>
          <p:nvPr/>
        </p:nvGrpSpPr>
        <p:grpSpPr bwMode="auto">
          <a:xfrm>
            <a:off x="4932040" y="1926912"/>
            <a:ext cx="1440160" cy="453664"/>
            <a:chOff x="6480626" y="1275097"/>
            <a:chExt cx="2252828" cy="710353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FEF8F01-C15B-4454-9F6C-F1EF4AB12D16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点击查询</a:t>
              </a:r>
            </a:p>
          </p:txBody>
        </p:sp>
        <p:sp>
          <p:nvSpPr>
            <p:cNvPr id="16" name="Freeform 30">
              <a:extLst>
                <a:ext uri="{FF2B5EF4-FFF2-40B4-BE49-F238E27FC236}">
                  <a16:creationId xmlns:a16="http://schemas.microsoft.com/office/drawing/2014/main" id="{C7B0F941-166C-42ED-9241-45142AA55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EF1795A6-BEFC-4EA4-B91C-22251BFB938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396850" y="1707654"/>
            <a:ext cx="558450" cy="648073"/>
          </a:xfrm>
          <a:prstGeom prst="rect">
            <a:avLst/>
          </a:prstGeom>
        </p:spPr>
      </p:pic>
      <p:sp>
        <p:nvSpPr>
          <p:cNvPr id="18" name="TextBox 7">
            <a:extLst>
              <a:ext uri="{FF2B5EF4-FFF2-40B4-BE49-F238E27FC236}">
                <a16:creationId xmlns:a16="http://schemas.microsoft.com/office/drawing/2014/main" id="{4212E452-8BA0-429F-9B74-C603C1B84340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点击城市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自定义参数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9D62DF72-1BE4-4C10-9F47-53A7CA97B71C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查询数据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0BDD4B31-FDF2-42A7-B22F-33DEE5BA258F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渲染数据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0517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DF9217-4EC8-428F-AE73-48961C96BEE3}"/>
              </a:ext>
            </a:extLst>
          </p:cNvPr>
          <p:cNvSpPr/>
          <p:nvPr/>
        </p:nvSpPr>
        <p:spPr bwMode="auto">
          <a:xfrm>
            <a:off x="793575" y="843558"/>
            <a:ext cx="2303217" cy="528327"/>
          </a:xfrm>
          <a:prstGeom prst="rect">
            <a:avLst/>
          </a:prstGeom>
          <a:solidFill>
            <a:srgbClr val="AD2C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天知道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072FED68-49A5-4C6E-944A-177F5192D1F9}"/>
              </a:ext>
            </a:extLst>
          </p:cNvPr>
          <p:cNvSpPr txBox="1"/>
          <p:nvPr/>
        </p:nvSpPr>
        <p:spPr>
          <a:xfrm>
            <a:off x="712184" y="1413390"/>
            <a:ext cx="406680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查询天气的应用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658DDE-0F59-43BA-9EEE-BBF5C63C9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838912"/>
            <a:ext cx="4039919" cy="213906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601E1E08-5E4C-4823-A9CB-64E99AE82792}"/>
              </a:ext>
            </a:extLst>
          </p:cNvPr>
          <p:cNvGrpSpPr>
            <a:grpSpLocks/>
          </p:cNvGrpSpPr>
          <p:nvPr/>
        </p:nvGrpSpPr>
        <p:grpSpPr bwMode="auto">
          <a:xfrm>
            <a:off x="4932040" y="1926912"/>
            <a:ext cx="1440160" cy="453664"/>
            <a:chOff x="6480626" y="1275097"/>
            <a:chExt cx="2252828" cy="710353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FEF8F01-C15B-4454-9F6C-F1EF4AB12D16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点击查询</a:t>
              </a:r>
            </a:p>
          </p:txBody>
        </p:sp>
        <p:sp>
          <p:nvSpPr>
            <p:cNvPr id="16" name="Freeform 30">
              <a:extLst>
                <a:ext uri="{FF2B5EF4-FFF2-40B4-BE49-F238E27FC236}">
                  <a16:creationId xmlns:a16="http://schemas.microsoft.com/office/drawing/2014/main" id="{C7B0F941-166C-42ED-9241-45142AA55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EF1795A6-BEFC-4EA4-B91C-22251BFB938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4396850" y="1707654"/>
            <a:ext cx="558450" cy="648073"/>
          </a:xfrm>
          <a:prstGeom prst="rect">
            <a:avLst/>
          </a:prstGeom>
        </p:spPr>
      </p:pic>
      <p:sp>
        <p:nvSpPr>
          <p:cNvPr id="18" name="TextBox 7">
            <a:extLst>
              <a:ext uri="{FF2B5EF4-FFF2-40B4-BE49-F238E27FC236}">
                <a16:creationId xmlns:a16="http://schemas.microsoft.com/office/drawing/2014/main" id="{4212E452-8BA0-429F-9B74-C603C1B84340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点击城市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自定义参数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9D62DF72-1BE4-4C10-9F47-53A7CA97B71C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查询数据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0BDD4B31-FDF2-42A7-B22F-33DEE5BA258F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渲染数据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ADA3FC-4538-4D75-94E4-32C8470DCE46}"/>
              </a:ext>
            </a:extLst>
          </p:cNvPr>
          <p:cNvSpPr/>
          <p:nvPr/>
        </p:nvSpPr>
        <p:spPr>
          <a:xfrm>
            <a:off x="7236296" y="2020301"/>
            <a:ext cx="86433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this.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()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491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0C607-6D1B-4E1A-88A6-020C0B280359}"/>
              </a:ext>
            </a:extLst>
          </p:cNvPr>
          <p:cNvSpPr txBox="1"/>
          <p:nvPr/>
        </p:nvSpPr>
        <p:spPr>
          <a:xfrm>
            <a:off x="3433924" y="2134158"/>
            <a:ext cx="5280517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自定义参数可以让代码的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复用性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更高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B81A0DFD-E1E2-4E5E-81E6-3B07E1DF60E9}"/>
              </a:ext>
            </a:extLst>
          </p:cNvPr>
          <p:cNvSpPr txBox="1"/>
          <p:nvPr/>
        </p:nvSpPr>
        <p:spPr>
          <a:xfrm>
            <a:off x="3433924" y="2617604"/>
            <a:ext cx="5818593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methods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中定义的方法内部，可以通过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this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关键字点出其他的方法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0953ED-223E-4889-95A8-EBB3C621D7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20329" y="2159927"/>
            <a:ext cx="558450" cy="648073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E393570-0F9D-4D81-A7C4-8CB7949FCE3A}"/>
              </a:ext>
            </a:extLst>
          </p:cNvPr>
          <p:cNvGrpSpPr>
            <a:grpSpLocks/>
          </p:cNvGrpSpPr>
          <p:nvPr/>
        </p:nvGrpSpPr>
        <p:grpSpPr bwMode="auto">
          <a:xfrm>
            <a:off x="1175202" y="2354336"/>
            <a:ext cx="1440160" cy="453664"/>
            <a:chOff x="6480626" y="1275097"/>
            <a:chExt cx="2252828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8BF14A5-CC83-4D90-9416-1950BF79E503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点击查询</a:t>
              </a:r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6A38961A-5274-489A-84CA-A3B6ED544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E8906D83-3502-4BD2-917E-89CB22A1F536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7720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>
            <a:extLst>
              <a:ext uri="{FF2B5EF4-FFF2-40B4-BE49-F238E27FC236}">
                <a16:creationId xmlns:a16="http://schemas.microsoft.com/office/drawing/2014/main" id="{0F867FEC-D5E2-4EBD-A341-958F78E45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1" y="-19050"/>
            <a:ext cx="1441364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>
              <a:defRPr/>
            </a:pPr>
            <a:r>
              <a:rPr lang="zh-CN" altLang="en-US" sz="2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课程安排</a:t>
            </a:r>
            <a:endParaRPr lang="zh-TW" altLang="zh-CN" sz="24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125798" y="2605459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Vue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ADD46AD-001E-4C85-8246-4A88625E1379}"/>
              </a:ext>
            </a:extLst>
          </p:cNvPr>
          <p:cNvGrpSpPr>
            <a:grpSpLocks/>
          </p:cNvGrpSpPr>
          <p:nvPr/>
        </p:nvGrpSpPr>
        <p:grpSpPr bwMode="auto">
          <a:xfrm>
            <a:off x="2401615" y="2605459"/>
            <a:ext cx="1944216" cy="614363"/>
            <a:chOff x="6480625" y="1255885"/>
            <a:chExt cx="3041318" cy="961979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A3E3DF9-2C99-4ADA-AB98-0C1BADAA4BE1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本地应用</a:t>
              </a:r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9ADBB28D-908A-4EC4-9C4E-B4025718C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E5CEC98-EA26-435C-AE35-E36611A3B229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180DD74-697B-4327-8338-680DB881DB9B}"/>
              </a:ext>
            </a:extLst>
          </p:cNvPr>
          <p:cNvGrpSpPr>
            <a:grpSpLocks/>
          </p:cNvGrpSpPr>
          <p:nvPr/>
        </p:nvGrpSpPr>
        <p:grpSpPr bwMode="auto">
          <a:xfrm>
            <a:off x="4677432" y="2605459"/>
            <a:ext cx="1944216" cy="614363"/>
            <a:chOff x="6480625" y="1255885"/>
            <a:chExt cx="3041318" cy="961979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55C8084-1579-463F-B3EC-0D3933B3C8F9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网络应用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F9C2D05-986F-4E5F-B8B1-DEE3D4112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BEF75E93-5F9D-425F-813E-050CA7D93DC3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A2CA2CB-1E39-4893-A0D8-0D47287E0704}"/>
              </a:ext>
            </a:extLst>
          </p:cNvPr>
          <p:cNvGrpSpPr>
            <a:grpSpLocks/>
          </p:cNvGrpSpPr>
          <p:nvPr/>
        </p:nvGrpSpPr>
        <p:grpSpPr bwMode="auto">
          <a:xfrm>
            <a:off x="6953250" y="2605459"/>
            <a:ext cx="1944216" cy="614363"/>
            <a:chOff x="6480625" y="1255885"/>
            <a:chExt cx="3041318" cy="961979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FCA37FF-5042-4841-B59E-D15FF9BCC5B8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综合应用</a:t>
              </a:r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33DD4BFE-3CEA-437E-811B-38D56F9A4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872EA34E-4433-4D18-80AF-56C604A90C9C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5237686" y="2120189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122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>
            <a:extLst>
              <a:ext uri="{FF2B5EF4-FFF2-40B4-BE49-F238E27FC236}">
                <a16:creationId xmlns:a16="http://schemas.microsoft.com/office/drawing/2014/main" id="{0F867FEC-D5E2-4EBD-A341-958F78E45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1" y="-19050"/>
            <a:ext cx="1441364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>
              <a:defRPr/>
            </a:pPr>
            <a:r>
              <a:rPr lang="zh-CN" altLang="en-US" sz="2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课程安排</a:t>
            </a:r>
            <a:endParaRPr lang="zh-TW" altLang="zh-CN" sz="24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125798" y="2605459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Vue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ADD46AD-001E-4C85-8246-4A88625E1379}"/>
              </a:ext>
            </a:extLst>
          </p:cNvPr>
          <p:cNvGrpSpPr>
            <a:grpSpLocks/>
          </p:cNvGrpSpPr>
          <p:nvPr/>
        </p:nvGrpSpPr>
        <p:grpSpPr bwMode="auto">
          <a:xfrm>
            <a:off x="2401615" y="2605459"/>
            <a:ext cx="1944216" cy="614363"/>
            <a:chOff x="6480625" y="1255885"/>
            <a:chExt cx="3041318" cy="961979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A3E3DF9-2C99-4ADA-AB98-0C1BADAA4BE1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本地应用</a:t>
              </a:r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9ADBB28D-908A-4EC4-9C4E-B4025718C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E5CEC98-EA26-435C-AE35-E36611A3B229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180DD74-697B-4327-8338-680DB881DB9B}"/>
              </a:ext>
            </a:extLst>
          </p:cNvPr>
          <p:cNvGrpSpPr>
            <a:grpSpLocks/>
          </p:cNvGrpSpPr>
          <p:nvPr/>
        </p:nvGrpSpPr>
        <p:grpSpPr bwMode="auto">
          <a:xfrm>
            <a:off x="4677432" y="2605459"/>
            <a:ext cx="1944216" cy="614363"/>
            <a:chOff x="6480625" y="1255885"/>
            <a:chExt cx="3041318" cy="961979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55C8084-1579-463F-B3EC-0D3933B3C8F9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网络应用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F9C2D05-986F-4E5F-B8B1-DEE3D4112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BEF75E93-5F9D-425F-813E-050CA7D93DC3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A2CA2CB-1E39-4893-A0D8-0D47287E0704}"/>
              </a:ext>
            </a:extLst>
          </p:cNvPr>
          <p:cNvGrpSpPr>
            <a:grpSpLocks/>
          </p:cNvGrpSpPr>
          <p:nvPr/>
        </p:nvGrpSpPr>
        <p:grpSpPr bwMode="auto">
          <a:xfrm>
            <a:off x="6953250" y="2605459"/>
            <a:ext cx="1944216" cy="614363"/>
            <a:chOff x="6480625" y="1255885"/>
            <a:chExt cx="3041318" cy="961979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FCA37FF-5042-4841-B59E-D15FF9BCC5B8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综合应用</a:t>
              </a:r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33DD4BFE-3CEA-437E-811B-38D56F9A4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872EA34E-4433-4D18-80AF-56C604A90C9C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524328" y="2139701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625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957614" y="281853"/>
            <a:ext cx="558450" cy="64807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784" y="929552"/>
            <a:ext cx="5184576" cy="362417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591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957614" y="281853"/>
            <a:ext cx="558450" cy="64807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C9BD240-B76C-4F0C-8E9D-D7664C540B6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159081"/>
            <a:ext cx="1440160" cy="453664"/>
            <a:chOff x="6480626" y="1275097"/>
            <a:chExt cx="2252828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3AC98F5-296F-401F-B58F-1EF7427F671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歌曲搜索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9FD6012-3696-4D07-9066-6F70D8DF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0EDC59D-76B1-4A05-9448-4C7B79271BEC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B85FB7-420E-49FD-96D4-58AC873D5010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721234"/>
            <a:ext cx="1440160" cy="453664"/>
            <a:chOff x="6480626" y="1275097"/>
            <a:chExt cx="2252828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7777696-CF40-4282-9ECC-99DE93F901C5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歌曲播放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20762C79-E70E-4DA7-9A10-19EEE159A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F0B8A0C-B5ED-4030-A16C-3F554A12DFF6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B604AC-35A3-44E5-AD6F-F106C33F7C55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283387"/>
            <a:ext cx="1440160" cy="453664"/>
            <a:chOff x="6480626" y="1275097"/>
            <a:chExt cx="2252828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31D342-1793-4D87-BE83-84844CD28EE2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歌曲封面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10B40A2A-8E0F-46AC-88FD-13A0E4A10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420F91E-C63D-4E0E-9EDA-10EA29A46D2D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A77C6BB-B2C0-4492-AAC2-7B472CFFA982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845540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01358F0-7947-4979-97B3-910F70EC055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歌曲评论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882E8083-A881-4C97-871F-F37E475B4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5B3A0363-2B6F-4628-9799-C1E126995304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B8FB369-9990-44B7-BAF7-46CAA1650B1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407693"/>
            <a:ext cx="1440160" cy="453664"/>
            <a:chOff x="6480626" y="1275097"/>
            <a:chExt cx="2252828" cy="71035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B249C25-6AB8-4740-8027-7E9E33935307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播放动画</a:t>
              </a: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39E0CEF-7D89-4CCF-AC81-AB5C22F0D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F34F621A-46D3-429E-8A92-F83FD41DBDA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5191593-8866-45DD-B36B-B2DB3F3A7F54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969845"/>
            <a:ext cx="1440160" cy="453664"/>
            <a:chOff x="6480626" y="1275097"/>
            <a:chExt cx="2252828" cy="7103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5AD2B18-6CBC-44BF-B042-265F81924FE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mv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</a:t>
              </a: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6C21F453-1BB6-4DF3-8147-F5502BC7A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650FF1E3-BA5E-4BB1-BAD8-EEC0E409DAEB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0174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C9BD240-B76C-4F0C-8E9D-D7664C540B6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159081"/>
            <a:ext cx="1440160" cy="453664"/>
            <a:chOff x="6480626" y="1275097"/>
            <a:chExt cx="2252828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3AC98F5-296F-401F-B58F-1EF7427F671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歌曲搜索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9FD6012-3696-4D07-9066-6F70D8DF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0EDC59D-76B1-4A05-9448-4C7B79271BEC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B85FB7-420E-49FD-96D4-58AC873D5010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721234"/>
            <a:ext cx="1440160" cy="453664"/>
            <a:chOff x="6480626" y="1275097"/>
            <a:chExt cx="2252828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7777696-CF40-4282-9ECC-99DE93F901C5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歌曲播放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20762C79-E70E-4DA7-9A10-19EEE159A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F0B8A0C-B5ED-4030-A16C-3F554A12DFF6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B604AC-35A3-44E5-AD6F-F106C33F7C55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283387"/>
            <a:ext cx="1440160" cy="453664"/>
            <a:chOff x="6480626" y="1275097"/>
            <a:chExt cx="2252828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31D342-1793-4D87-BE83-84844CD28EE2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歌曲封面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10B40A2A-8E0F-46AC-88FD-13A0E4A10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420F91E-C63D-4E0E-9EDA-10EA29A46D2D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A77C6BB-B2C0-4492-AAC2-7B472CFFA982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845540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01358F0-7947-4979-97B3-910F70EC055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歌曲评论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882E8083-A881-4C97-871F-F37E475B4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5B3A0363-2B6F-4628-9799-C1E126995304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B8FB369-9990-44B7-BAF7-46CAA1650B1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407693"/>
            <a:ext cx="1440160" cy="453664"/>
            <a:chOff x="6480626" y="1275097"/>
            <a:chExt cx="2252828" cy="71035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B249C25-6AB8-4740-8027-7E9E33935307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播放动画</a:t>
              </a: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39E0CEF-7D89-4CCF-AC81-AB5C22F0D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F34F621A-46D3-429E-8A92-F83FD41DBDA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5191593-8866-45DD-B36B-B2DB3F3A7F54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969845"/>
            <a:ext cx="1440160" cy="453664"/>
            <a:chOff x="6480626" y="1275097"/>
            <a:chExt cx="2252828" cy="7103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5AD2B18-6CBC-44BF-B042-265F81924FE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mv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</a:t>
              </a: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6C21F453-1BB6-4DF3-8147-F5502BC7A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650FF1E3-BA5E-4BB1-BAD8-EEC0E409DAEB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957614" y="281853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778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C9BD240-B76C-4F0C-8E9D-D7664C540B6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159081"/>
            <a:ext cx="1440160" cy="453664"/>
            <a:chOff x="6480626" y="1275097"/>
            <a:chExt cx="2252828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3AC98F5-296F-401F-B58F-1EF7427F671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歌曲搜索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9FD6012-3696-4D07-9066-6F70D8DF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0EDC59D-76B1-4A05-9448-4C7B79271BEC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B85FB7-420E-49FD-96D4-58AC873D5010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721234"/>
            <a:ext cx="1440160" cy="453664"/>
            <a:chOff x="6480626" y="1275097"/>
            <a:chExt cx="2252828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7777696-CF40-4282-9ECC-99DE93F901C5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歌曲播放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20762C79-E70E-4DA7-9A10-19EEE159A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F0B8A0C-B5ED-4030-A16C-3F554A12DFF6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B604AC-35A3-44E5-AD6F-F106C33F7C55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283387"/>
            <a:ext cx="1440160" cy="453664"/>
            <a:chOff x="6480626" y="1275097"/>
            <a:chExt cx="2252828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31D342-1793-4D87-BE83-84844CD28EE2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歌曲封面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10B40A2A-8E0F-46AC-88FD-13A0E4A10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420F91E-C63D-4E0E-9EDA-10EA29A46D2D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A77C6BB-B2C0-4492-AAC2-7B472CFFA982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845540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01358F0-7947-4979-97B3-910F70EC055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歌曲评论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882E8083-A881-4C97-871F-F37E475B4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5B3A0363-2B6F-4628-9799-C1E126995304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B8FB369-9990-44B7-BAF7-46CAA1650B1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407693"/>
            <a:ext cx="1440160" cy="453664"/>
            <a:chOff x="6480626" y="1275097"/>
            <a:chExt cx="2252828" cy="71035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B249C25-6AB8-4740-8027-7E9E33935307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播放动画</a:t>
              </a: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39E0CEF-7D89-4CCF-AC81-AB5C22F0D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F34F621A-46D3-429E-8A92-F83FD41DBDA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5191593-8866-45DD-B36B-B2DB3F3A7F54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969845"/>
            <a:ext cx="1440160" cy="453664"/>
            <a:chOff x="6480626" y="1275097"/>
            <a:chExt cx="2252828" cy="7103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5AD2B18-6CBC-44BF-B042-265F81924FE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mv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</a:t>
              </a: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6C21F453-1BB6-4DF3-8147-F5502BC7A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650FF1E3-BA5E-4BB1-BAD8-EEC0E409DAEB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964672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177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964672"/>
            <a:ext cx="558450" cy="64807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C9BD240-B76C-4F0C-8E9D-D7664C540B6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159081"/>
            <a:ext cx="1440160" cy="453664"/>
            <a:chOff x="6480626" y="1275097"/>
            <a:chExt cx="2252828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3AC98F5-296F-401F-B58F-1EF7427F671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歌曲搜索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9FD6012-3696-4D07-9066-6F70D8DF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0EDC59D-76B1-4A05-9448-4C7B79271BEC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按下回车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查询数据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渲染数据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0394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</p:bldLst>
  </p:timing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964672"/>
            <a:ext cx="558450" cy="64807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C9BD240-B76C-4F0C-8E9D-D7664C540B6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159081"/>
            <a:ext cx="1440160" cy="453664"/>
            <a:chOff x="6480626" y="1275097"/>
            <a:chExt cx="2252828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3AC98F5-296F-401F-B58F-1EF7427F671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歌曲搜索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9FD6012-3696-4D07-9066-6F70D8DF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0EDC59D-76B1-4A05-9448-4C7B79271BEC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按下回车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 .enter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查询数据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渲染数据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732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964672"/>
            <a:ext cx="558450" cy="64807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C9BD240-B76C-4F0C-8E9D-D7664C540B6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159081"/>
            <a:ext cx="1440160" cy="453664"/>
            <a:chOff x="6480626" y="1275097"/>
            <a:chExt cx="2252828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3AC98F5-296F-401F-B58F-1EF7427F671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歌曲搜索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9FD6012-3696-4D07-9066-6F70D8DF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0EDC59D-76B1-4A05-9448-4C7B79271BEC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按下回车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 .enter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查询数据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axios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接口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v-model 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渲染数据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3239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964672"/>
            <a:ext cx="558450" cy="64807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C9BD240-B76C-4F0C-8E9D-D7664C540B6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159081"/>
            <a:ext cx="1440160" cy="453664"/>
            <a:chOff x="6480626" y="1275097"/>
            <a:chExt cx="2252828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3AC98F5-296F-401F-B58F-1EF7427F671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歌曲搜索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9FD6012-3696-4D07-9066-6F70D8DF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0EDC59D-76B1-4A05-9448-4C7B79271BEC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按下回车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 .enter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查询数据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axios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接口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v-model 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渲染数据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v-for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数组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that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36536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964672"/>
            <a:ext cx="558450" cy="64807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C9BD240-B76C-4F0C-8E9D-D7664C540B6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159081"/>
            <a:ext cx="1440160" cy="453664"/>
            <a:chOff x="6480626" y="1275097"/>
            <a:chExt cx="2252828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3AC98F5-296F-401F-B58F-1EF7427F671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歌曲搜索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9FD6012-3696-4D07-9066-6F70D8DF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0EDC59D-76B1-4A05-9448-4C7B79271BEC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按下回车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 .enter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查询数据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axios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接口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v-model 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渲染数据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v-for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数组 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that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CAE10B4-65E1-44CC-8079-0BD0C2BD8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082" y="2599842"/>
            <a:ext cx="4606706" cy="220173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79818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0C607-6D1B-4E1A-88A6-020C0B280359}"/>
              </a:ext>
            </a:extLst>
          </p:cNvPr>
          <p:cNvSpPr txBox="1"/>
          <p:nvPr/>
        </p:nvSpPr>
        <p:spPr>
          <a:xfrm>
            <a:off x="3433924" y="1968875"/>
            <a:ext cx="5280517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服务器返回的数据比较复杂时，获取的时候需要注意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层级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结构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0953ED-223E-4889-95A8-EBB3C621D7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76767" y="2081521"/>
            <a:ext cx="558450" cy="648073"/>
          </a:xfrm>
          <a:prstGeom prst="rect">
            <a:avLst/>
          </a:prstGeom>
        </p:spPr>
      </p:pic>
      <p:sp>
        <p:nvSpPr>
          <p:cNvPr id="16" name="TextBox 7">
            <a:extLst>
              <a:ext uri="{FF2B5EF4-FFF2-40B4-BE49-F238E27FC236}">
                <a16:creationId xmlns:a16="http://schemas.microsoft.com/office/drawing/2014/main" id="{200F982A-85BE-47A0-B79D-A7728840911E}"/>
              </a:ext>
            </a:extLst>
          </p:cNvPr>
          <p:cNvSpPr txBox="1"/>
          <p:nvPr/>
        </p:nvSpPr>
        <p:spPr>
          <a:xfrm>
            <a:off x="3433924" y="2539022"/>
            <a:ext cx="524252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审查元素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快速定位到需要操纵的元素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E40EDEE-3AF2-4DC1-824B-D79A05488025}"/>
              </a:ext>
            </a:extLst>
          </p:cNvPr>
          <p:cNvGrpSpPr>
            <a:grpSpLocks/>
          </p:cNvGrpSpPr>
          <p:nvPr/>
        </p:nvGrpSpPr>
        <p:grpSpPr bwMode="auto">
          <a:xfrm>
            <a:off x="1331640" y="2275930"/>
            <a:ext cx="1440160" cy="453664"/>
            <a:chOff x="6480626" y="1275097"/>
            <a:chExt cx="2252828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F81E697-6ADB-4D25-8D7F-047235734DA1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歌曲搜索</a:t>
              </a:r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B7437657-435D-40F5-B42D-1BA8C2042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0B20DA05-B85C-4731-A4B7-D402403CBA6A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0085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</p:bld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C9BD240-B76C-4F0C-8E9D-D7664C540B6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159081"/>
            <a:ext cx="1440160" cy="453664"/>
            <a:chOff x="6480626" y="1275097"/>
            <a:chExt cx="2252828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3AC98F5-296F-401F-B58F-1EF7427F671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歌曲搜索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9FD6012-3696-4D07-9066-6F70D8DF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0EDC59D-76B1-4A05-9448-4C7B79271BEC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B85FB7-420E-49FD-96D4-58AC873D5010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721234"/>
            <a:ext cx="1440160" cy="453664"/>
            <a:chOff x="6480626" y="1275097"/>
            <a:chExt cx="2252828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7777696-CF40-4282-9ECC-99DE93F901C5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歌曲播放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20762C79-E70E-4DA7-9A10-19EEE159A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F0B8A0C-B5ED-4030-A16C-3F554A12DFF6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B604AC-35A3-44E5-AD6F-F106C33F7C55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283387"/>
            <a:ext cx="1440160" cy="453664"/>
            <a:chOff x="6480626" y="1275097"/>
            <a:chExt cx="2252828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31D342-1793-4D87-BE83-84844CD28EE2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歌曲封面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10B40A2A-8E0F-46AC-88FD-13A0E4A10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420F91E-C63D-4E0E-9EDA-10EA29A46D2D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A77C6BB-B2C0-4492-AAC2-7B472CFFA982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845540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01358F0-7947-4979-97B3-910F70EC055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歌曲评论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882E8083-A881-4C97-871F-F37E475B4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5B3A0363-2B6F-4628-9799-C1E126995304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B8FB369-9990-44B7-BAF7-46CAA1650B1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407693"/>
            <a:ext cx="1440160" cy="453664"/>
            <a:chOff x="6480626" y="1275097"/>
            <a:chExt cx="2252828" cy="71035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B249C25-6AB8-4740-8027-7E9E33935307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播放动画</a:t>
              </a: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39E0CEF-7D89-4CCF-AC81-AB5C22F0D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F34F621A-46D3-429E-8A92-F83FD41DBDA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5191593-8866-45DD-B36B-B2DB3F3A7F54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969845"/>
            <a:ext cx="1440160" cy="453664"/>
            <a:chOff x="6480626" y="1275097"/>
            <a:chExt cx="2252828" cy="7103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5AD2B18-6CBC-44BF-B042-265F81924FE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mv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</a:t>
              </a: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6C21F453-1BB6-4DF3-8147-F5502BC7A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650FF1E3-BA5E-4BB1-BAD8-EEC0E409DAEB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964672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983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C9BD240-B76C-4F0C-8E9D-D7664C540B6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159081"/>
            <a:ext cx="1440160" cy="453664"/>
            <a:chOff x="6480626" y="1275097"/>
            <a:chExt cx="2252828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3AC98F5-296F-401F-B58F-1EF7427F671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歌曲搜索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9FD6012-3696-4D07-9066-6F70D8DF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0EDC59D-76B1-4A05-9448-4C7B79271BEC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B85FB7-420E-49FD-96D4-58AC873D5010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721234"/>
            <a:ext cx="1440160" cy="453664"/>
            <a:chOff x="6480626" y="1275097"/>
            <a:chExt cx="2252828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7777696-CF40-4282-9ECC-99DE93F901C5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歌曲播放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20762C79-E70E-4DA7-9A10-19EEE159A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F0B8A0C-B5ED-4030-A16C-3F554A12DFF6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B604AC-35A3-44E5-AD6F-F106C33F7C55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283387"/>
            <a:ext cx="1440160" cy="453664"/>
            <a:chOff x="6480626" y="1275097"/>
            <a:chExt cx="2252828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31D342-1793-4D87-BE83-84844CD28EE2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歌曲封面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10B40A2A-8E0F-46AC-88FD-13A0E4A10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420F91E-C63D-4E0E-9EDA-10EA29A46D2D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A77C6BB-B2C0-4492-AAC2-7B472CFFA982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845540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01358F0-7947-4979-97B3-910F70EC055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歌曲评论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882E8083-A881-4C97-871F-F37E475B4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5B3A0363-2B6F-4628-9799-C1E126995304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B8FB369-9990-44B7-BAF7-46CAA1650B1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407693"/>
            <a:ext cx="1440160" cy="453664"/>
            <a:chOff x="6480626" y="1275097"/>
            <a:chExt cx="2252828" cy="71035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B249C25-6AB8-4740-8027-7E9E33935307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播放动画</a:t>
              </a: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39E0CEF-7D89-4CCF-AC81-AB5C22F0D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F34F621A-46D3-429E-8A92-F83FD41DBDA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5191593-8866-45DD-B36B-B2DB3F3A7F54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969845"/>
            <a:ext cx="1440160" cy="453664"/>
            <a:chOff x="6480626" y="1275097"/>
            <a:chExt cx="2252828" cy="7103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5AD2B18-6CBC-44BF-B042-265F81924FE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mv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</a:t>
              </a: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6C21F453-1BB6-4DF3-8147-F5502BC7A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650FF1E3-BA5E-4BB1-BAD8-EEC0E409DAEB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1491630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406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点击播放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歌曲地址获取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歌曲地址设置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F4DAA07-D536-49F4-A28F-BC305E66C0C3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721234"/>
            <a:ext cx="1440160" cy="453664"/>
            <a:chOff x="6480626" y="1275097"/>
            <a:chExt cx="2252828" cy="71035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130CF1E-C269-4FA0-9D06-7D2561874BB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歌曲播放</a:t>
              </a:r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890F8AFF-59AC-4840-8A5B-157F6BF0B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4159485C-1C5C-4059-9C32-13B530ABCB00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ABB7F8D5-BBD7-4D18-9596-F5A0613AFB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1491630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528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</p:bldLst>
  </p:timing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点击播放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歌曲地址获取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歌曲地址设置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F4DAA07-D536-49F4-A28F-BC305E66C0C3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721234"/>
            <a:ext cx="1440160" cy="453664"/>
            <a:chOff x="6480626" y="1275097"/>
            <a:chExt cx="2252828" cy="71035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130CF1E-C269-4FA0-9D06-7D2561874BB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歌曲播放</a:t>
              </a:r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890F8AFF-59AC-4840-8A5B-157F6BF0B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4159485C-1C5C-4059-9C32-13B530ABCB00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ABB7F8D5-BBD7-4D18-9596-F5A0613AFB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1491630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972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点击播放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歌曲地址获取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歌曲地址设置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F4DAA07-D536-49F4-A28F-BC305E66C0C3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721234"/>
            <a:ext cx="1440160" cy="453664"/>
            <a:chOff x="6480626" y="1275097"/>
            <a:chExt cx="2252828" cy="71035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130CF1E-C269-4FA0-9D06-7D2561874BB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歌曲播放</a:t>
              </a:r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890F8AFF-59AC-4840-8A5B-157F6BF0B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4159485C-1C5C-4059-9C32-13B530ABCB00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ABB7F8D5-BBD7-4D18-9596-F5A0613AFB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1491630"/>
            <a:ext cx="558450" cy="64807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10B193F7-97DE-45CA-A580-014B1AA9A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489" y="2790972"/>
            <a:ext cx="4258935" cy="171794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47892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点击播放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自定义参数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歌曲地址获取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歌曲地址设置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F4DAA07-D536-49F4-A28F-BC305E66C0C3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721234"/>
            <a:ext cx="1440160" cy="453664"/>
            <a:chOff x="6480626" y="1275097"/>
            <a:chExt cx="2252828" cy="71035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130CF1E-C269-4FA0-9D06-7D2561874BB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歌曲播放</a:t>
              </a:r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890F8AFF-59AC-4840-8A5B-157F6BF0B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4159485C-1C5C-4059-9C32-13B530ABCB00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ABB7F8D5-BBD7-4D18-9596-F5A0613AFB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1491630"/>
            <a:ext cx="558450" cy="64807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A8A87B72-02A5-4F5B-85A9-2DFB5E621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489" y="2790972"/>
            <a:ext cx="4258935" cy="171794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04664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点击播放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自定义参数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歌曲地址获取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接口 歌曲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歌曲地址设置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F4DAA07-D536-49F4-A28F-BC305E66C0C3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721234"/>
            <a:ext cx="1440160" cy="453664"/>
            <a:chOff x="6480626" y="1275097"/>
            <a:chExt cx="2252828" cy="71035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130CF1E-C269-4FA0-9D06-7D2561874BB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歌曲播放</a:t>
              </a:r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890F8AFF-59AC-4840-8A5B-157F6BF0B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4159485C-1C5C-4059-9C32-13B530ABCB00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ABB7F8D5-BBD7-4D18-9596-F5A0613AFB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1491630"/>
            <a:ext cx="558450" cy="64807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A8A87B72-02A5-4F5B-85A9-2DFB5E621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489" y="2790972"/>
            <a:ext cx="4258935" cy="171794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29246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点击播放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自定义参数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歌曲地址获取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接口 歌曲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歌曲地址设置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v-bind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F4DAA07-D536-49F4-A28F-BC305E66C0C3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721234"/>
            <a:ext cx="1440160" cy="453664"/>
            <a:chOff x="6480626" y="1275097"/>
            <a:chExt cx="2252828" cy="71035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130CF1E-C269-4FA0-9D06-7D2561874BB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歌曲播放</a:t>
              </a:r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890F8AFF-59AC-4840-8A5B-157F6BF0B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4159485C-1C5C-4059-9C32-13B530ABCB00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ABB7F8D5-BBD7-4D18-9596-F5A0613AFB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1491630"/>
            <a:ext cx="558450" cy="64807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AD78C94F-88A1-45E6-B1C1-C511F6D58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489" y="2790972"/>
            <a:ext cx="4258935" cy="171794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91273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0C607-6D1B-4E1A-88A6-020C0B280359}"/>
              </a:ext>
            </a:extLst>
          </p:cNvPr>
          <p:cNvSpPr txBox="1"/>
          <p:nvPr/>
        </p:nvSpPr>
        <p:spPr>
          <a:xfrm>
            <a:off x="3394119" y="2275930"/>
            <a:ext cx="5280517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歌曲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依赖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歌曲搜索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的结果，对于不用的数据也需要关注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0953ED-223E-4889-95A8-EBB3C621D7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76767" y="2081521"/>
            <a:ext cx="558450" cy="648073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AE40EDEE-3AF2-4DC1-824B-D79A05488025}"/>
              </a:ext>
            </a:extLst>
          </p:cNvPr>
          <p:cNvGrpSpPr>
            <a:grpSpLocks/>
          </p:cNvGrpSpPr>
          <p:nvPr/>
        </p:nvGrpSpPr>
        <p:grpSpPr bwMode="auto">
          <a:xfrm>
            <a:off x="1331640" y="2275930"/>
            <a:ext cx="1440160" cy="453664"/>
            <a:chOff x="6480626" y="1275097"/>
            <a:chExt cx="2252828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F81E697-6ADB-4D25-8D7F-047235734DA1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歌曲播放</a:t>
              </a:r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B7437657-435D-40F5-B42D-1BA8C2042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0B20DA05-B85C-4731-A4B7-D402403CBA6A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6840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C9BD240-B76C-4F0C-8E9D-D7664C540B6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159081"/>
            <a:ext cx="1440160" cy="453664"/>
            <a:chOff x="6480626" y="1275097"/>
            <a:chExt cx="2252828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3AC98F5-296F-401F-B58F-1EF7427F671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歌曲搜索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9FD6012-3696-4D07-9066-6F70D8DF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0EDC59D-76B1-4A05-9448-4C7B79271BEC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B85FB7-420E-49FD-96D4-58AC873D5010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721234"/>
            <a:ext cx="1440160" cy="453664"/>
            <a:chOff x="6480626" y="1275097"/>
            <a:chExt cx="2252828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7777696-CF40-4282-9ECC-99DE93F901C5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歌曲播放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20762C79-E70E-4DA7-9A10-19EEE159A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F0B8A0C-B5ED-4030-A16C-3F554A12DFF6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B604AC-35A3-44E5-AD6F-F106C33F7C55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283387"/>
            <a:ext cx="1440160" cy="453664"/>
            <a:chOff x="6480626" y="1275097"/>
            <a:chExt cx="2252828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31D342-1793-4D87-BE83-84844CD28EE2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歌曲封面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10B40A2A-8E0F-46AC-88FD-13A0E4A10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420F91E-C63D-4E0E-9EDA-10EA29A46D2D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A77C6BB-B2C0-4492-AAC2-7B472CFFA982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845540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01358F0-7947-4979-97B3-910F70EC055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歌曲评论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882E8083-A881-4C97-871F-F37E475B4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5B3A0363-2B6F-4628-9799-C1E126995304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B8FB369-9990-44B7-BAF7-46CAA1650B1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407693"/>
            <a:ext cx="1440160" cy="453664"/>
            <a:chOff x="6480626" y="1275097"/>
            <a:chExt cx="2252828" cy="71035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B249C25-6AB8-4740-8027-7E9E33935307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播放动画</a:t>
              </a: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39E0CEF-7D89-4CCF-AC81-AB5C22F0D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F34F621A-46D3-429E-8A92-F83FD41DBDA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5191593-8866-45DD-B36B-B2DB3F3A7F54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969845"/>
            <a:ext cx="1440160" cy="453664"/>
            <a:chOff x="6480626" y="1275097"/>
            <a:chExt cx="2252828" cy="7103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5AD2B18-6CBC-44BF-B042-265F81924FE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mv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</a:t>
              </a: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6C21F453-1BB6-4DF3-8147-F5502BC7A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650FF1E3-BA5E-4BB1-BAD8-EEC0E409DAEB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1491630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188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C9BD240-B76C-4F0C-8E9D-D7664C540B6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159081"/>
            <a:ext cx="1440160" cy="453664"/>
            <a:chOff x="6480626" y="1275097"/>
            <a:chExt cx="2252828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3AC98F5-296F-401F-B58F-1EF7427F671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歌曲搜索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9FD6012-3696-4D07-9066-6F70D8DF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0EDC59D-76B1-4A05-9448-4C7B79271BEC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B85FB7-420E-49FD-96D4-58AC873D5010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721234"/>
            <a:ext cx="1440160" cy="453664"/>
            <a:chOff x="6480626" y="1275097"/>
            <a:chExt cx="2252828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7777696-CF40-4282-9ECC-99DE93F901C5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歌曲播放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20762C79-E70E-4DA7-9A10-19EEE159A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F0B8A0C-B5ED-4030-A16C-3F554A12DFF6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B604AC-35A3-44E5-AD6F-F106C33F7C55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283387"/>
            <a:ext cx="1440160" cy="453664"/>
            <a:chOff x="6480626" y="1275097"/>
            <a:chExt cx="2252828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31D342-1793-4D87-BE83-84844CD28EE2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歌曲封面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10B40A2A-8E0F-46AC-88FD-13A0E4A10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420F91E-C63D-4E0E-9EDA-10EA29A46D2D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A77C6BB-B2C0-4492-AAC2-7B472CFFA982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845540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01358F0-7947-4979-97B3-910F70EC055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歌曲评论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882E8083-A881-4C97-871F-F37E475B4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5B3A0363-2B6F-4628-9799-C1E126995304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B8FB369-9990-44B7-BAF7-46CAA1650B1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407693"/>
            <a:ext cx="1440160" cy="453664"/>
            <a:chOff x="6480626" y="1275097"/>
            <a:chExt cx="2252828" cy="71035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B249C25-6AB8-4740-8027-7E9E33935307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播放动画</a:t>
              </a: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39E0CEF-7D89-4CCF-AC81-AB5C22F0D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F34F621A-46D3-429E-8A92-F83FD41DBDA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5191593-8866-45DD-B36B-B2DB3F3A7F54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969845"/>
            <a:ext cx="1440160" cy="453664"/>
            <a:chOff x="6480626" y="1275097"/>
            <a:chExt cx="2252828" cy="7103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5AD2B18-6CBC-44BF-B042-265F81924FE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mv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</a:t>
              </a: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6C21F453-1BB6-4DF3-8147-F5502BC7A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650FF1E3-BA5E-4BB1-BAD8-EEC0E409DAEB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2067693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744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点击播放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歌曲封面获取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歌曲封面设置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B4C809D-F694-4617-BD86-38F34B3D98EE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283387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1E836B4-B021-4AC2-8783-B61206F6F03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歌曲封面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F9CB9BB3-3BAA-42C2-A5AC-9B7299CD7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08AE3E34-E06C-40CE-A4F4-E1A3F126DEA8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A46CD6F2-1874-4D34-82E7-A4230633FE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2067693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329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</p:bldLst>
  </p:timing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点击播放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增加逻辑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歌曲封面获取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歌曲封面设置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B4C809D-F694-4617-BD86-38F34B3D98EE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283387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1E836B4-B021-4AC2-8783-B61206F6F03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歌曲封面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F9CB9BB3-3BAA-42C2-A5AC-9B7299CD7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08AE3E34-E06C-40CE-A4F4-E1A3F126DEA8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A46CD6F2-1874-4D34-82E7-A4230633FE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2067693"/>
            <a:ext cx="558450" cy="64807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A151AAEA-F1AF-4183-B22D-F56CB23F9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489" y="2889952"/>
            <a:ext cx="4525444" cy="192750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50830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点击播放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增加逻辑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歌曲封面获取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接口 歌曲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歌曲封面设置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B4C809D-F694-4617-BD86-38F34B3D98EE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283387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1E836B4-B021-4AC2-8783-B61206F6F03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歌曲封面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F9CB9BB3-3BAA-42C2-A5AC-9B7299CD7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08AE3E34-E06C-40CE-A4F4-E1A3F126DEA8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A46CD6F2-1874-4D34-82E7-A4230633FE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2067693"/>
            <a:ext cx="558450" cy="64807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A151AAEA-F1AF-4183-B22D-F56CB23F9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489" y="2889952"/>
            <a:ext cx="4525444" cy="192750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89676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点击播放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增加逻辑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歌曲封面获取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接口 歌曲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歌曲封面设置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v-bind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B4C809D-F694-4617-BD86-38F34B3D98EE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283387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1E836B4-B021-4AC2-8783-B61206F6F03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歌曲封面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F9CB9BB3-3BAA-42C2-A5AC-9B7299CD7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08AE3E34-E06C-40CE-A4F4-E1A3F126DEA8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A46CD6F2-1874-4D34-82E7-A4230633FE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2067693"/>
            <a:ext cx="558450" cy="64807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A151AAEA-F1AF-4183-B22D-F56CB23F9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489" y="2889952"/>
            <a:ext cx="4525444" cy="192750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62160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点击播放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增加逻辑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歌曲封面获取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接口 歌曲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歌曲封面设置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v-bind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B4C809D-F694-4617-BD86-38F34B3D98EE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283387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1E836B4-B021-4AC2-8783-B61206F6F03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歌曲封面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F9CB9BB3-3BAA-42C2-A5AC-9B7299CD7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08AE3E34-E06C-40CE-A4F4-E1A3F126DEA8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A46CD6F2-1874-4D34-82E7-A4230633FE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2067693"/>
            <a:ext cx="558450" cy="64807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A151AAEA-F1AF-4183-B22D-F56CB23F9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489" y="2889952"/>
            <a:ext cx="4525444" cy="192750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666254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0C607-6D1B-4E1A-88A6-020C0B280359}"/>
              </a:ext>
            </a:extLst>
          </p:cNvPr>
          <p:cNvSpPr txBox="1"/>
          <p:nvPr/>
        </p:nvSpPr>
        <p:spPr>
          <a:xfrm>
            <a:off x="3384550" y="2046177"/>
            <a:ext cx="5280517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在</a:t>
            </a:r>
            <a:r>
              <a:rPr lang="en-US" altLang="zh-CN" sz="1400" dirty="0" err="1"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中通过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v-bind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操纵属性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0953ED-223E-4889-95A8-EBB3C621D7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76767" y="2081521"/>
            <a:ext cx="558450" cy="648073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AE40EDEE-3AF2-4DC1-824B-D79A05488025}"/>
              </a:ext>
            </a:extLst>
          </p:cNvPr>
          <p:cNvGrpSpPr>
            <a:grpSpLocks/>
          </p:cNvGrpSpPr>
          <p:nvPr/>
        </p:nvGrpSpPr>
        <p:grpSpPr bwMode="auto">
          <a:xfrm>
            <a:off x="1331640" y="2275930"/>
            <a:ext cx="1440160" cy="453664"/>
            <a:chOff x="6480626" y="1275097"/>
            <a:chExt cx="2252828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F81E697-6ADB-4D25-8D7F-047235734DA1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歌曲封面</a:t>
              </a:r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B7437657-435D-40F5-B42D-1BA8C2042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0B20DA05-B85C-4731-A4B7-D402403CBA6A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TextBox 7">
            <a:extLst>
              <a:ext uri="{FF2B5EF4-FFF2-40B4-BE49-F238E27FC236}">
                <a16:creationId xmlns:a16="http://schemas.microsoft.com/office/drawing/2014/main" id="{551536B8-3BF8-4B2D-BCA3-CE9654AC5D42}"/>
              </a:ext>
            </a:extLst>
          </p:cNvPr>
          <p:cNvSpPr txBox="1"/>
          <p:nvPr/>
        </p:nvSpPr>
        <p:spPr>
          <a:xfrm>
            <a:off x="3384549" y="2510332"/>
            <a:ext cx="5280517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本地无法获取的数据，基本都会有对应的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接口</a:t>
            </a:r>
            <a:endParaRPr lang="en-US" altLang="zh-CN" sz="1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2431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C9BD240-B76C-4F0C-8E9D-D7664C540B6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159081"/>
            <a:ext cx="1440160" cy="453664"/>
            <a:chOff x="6480626" y="1275097"/>
            <a:chExt cx="2252828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3AC98F5-296F-401F-B58F-1EF7427F671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歌曲搜索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9FD6012-3696-4D07-9066-6F70D8DF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0EDC59D-76B1-4A05-9448-4C7B79271BEC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B85FB7-420E-49FD-96D4-58AC873D5010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721234"/>
            <a:ext cx="1440160" cy="453664"/>
            <a:chOff x="6480626" y="1275097"/>
            <a:chExt cx="2252828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7777696-CF40-4282-9ECC-99DE93F901C5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歌曲播放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20762C79-E70E-4DA7-9A10-19EEE159A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F0B8A0C-B5ED-4030-A16C-3F554A12DFF6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B604AC-35A3-44E5-AD6F-F106C33F7C55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283387"/>
            <a:ext cx="1440160" cy="453664"/>
            <a:chOff x="6480626" y="1275097"/>
            <a:chExt cx="2252828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31D342-1793-4D87-BE83-84844CD28EE2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歌曲封面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10B40A2A-8E0F-46AC-88FD-13A0E4A10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420F91E-C63D-4E0E-9EDA-10EA29A46D2D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A77C6BB-B2C0-4492-AAC2-7B472CFFA982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845540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01358F0-7947-4979-97B3-910F70EC055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歌曲评论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882E8083-A881-4C97-871F-F37E475B4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5B3A0363-2B6F-4628-9799-C1E126995304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B8FB369-9990-44B7-BAF7-46CAA1650B1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407693"/>
            <a:ext cx="1440160" cy="453664"/>
            <a:chOff x="6480626" y="1275097"/>
            <a:chExt cx="2252828" cy="71035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B249C25-6AB8-4740-8027-7E9E33935307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播放动画</a:t>
              </a: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39E0CEF-7D89-4CCF-AC81-AB5C22F0D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F34F621A-46D3-429E-8A92-F83FD41DBDA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5191593-8866-45DD-B36B-B2DB3F3A7F54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969845"/>
            <a:ext cx="1440160" cy="453664"/>
            <a:chOff x="6480626" y="1275097"/>
            <a:chExt cx="2252828" cy="7103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5AD2B18-6CBC-44BF-B042-265F81924FE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mv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</a:t>
              </a: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6C21F453-1BB6-4DF3-8147-F5502BC7A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650FF1E3-BA5E-4BB1-BAD8-EEC0E409DAEB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2067693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77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C9BD240-B76C-4F0C-8E9D-D7664C540B6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159081"/>
            <a:ext cx="1440160" cy="453664"/>
            <a:chOff x="6480626" y="1275097"/>
            <a:chExt cx="2252828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3AC98F5-296F-401F-B58F-1EF7427F671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歌曲搜索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9FD6012-3696-4D07-9066-6F70D8DF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0EDC59D-76B1-4A05-9448-4C7B79271BEC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B85FB7-420E-49FD-96D4-58AC873D5010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721234"/>
            <a:ext cx="1440160" cy="453664"/>
            <a:chOff x="6480626" y="1275097"/>
            <a:chExt cx="2252828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7777696-CF40-4282-9ECC-99DE93F901C5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歌曲播放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20762C79-E70E-4DA7-9A10-19EEE159A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F0B8A0C-B5ED-4030-A16C-3F554A12DFF6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B604AC-35A3-44E5-AD6F-F106C33F7C55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283387"/>
            <a:ext cx="1440160" cy="453664"/>
            <a:chOff x="6480626" y="1275097"/>
            <a:chExt cx="2252828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31D342-1793-4D87-BE83-84844CD28EE2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歌曲封面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10B40A2A-8E0F-46AC-88FD-13A0E4A10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420F91E-C63D-4E0E-9EDA-10EA29A46D2D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A77C6BB-B2C0-4492-AAC2-7B472CFFA982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845540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01358F0-7947-4979-97B3-910F70EC055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歌曲评论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882E8083-A881-4C97-871F-F37E475B4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5B3A0363-2B6F-4628-9799-C1E126995304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B8FB369-9990-44B7-BAF7-46CAA1650B1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407693"/>
            <a:ext cx="1440160" cy="453664"/>
            <a:chOff x="6480626" y="1275097"/>
            <a:chExt cx="2252828" cy="71035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B249C25-6AB8-4740-8027-7E9E33935307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播放动画</a:t>
              </a: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39E0CEF-7D89-4CCF-AC81-AB5C22F0D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F34F621A-46D3-429E-8A92-F83FD41DBDA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5191593-8866-45DD-B36B-B2DB3F3A7F54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969845"/>
            <a:ext cx="1440160" cy="453664"/>
            <a:chOff x="6480626" y="1275097"/>
            <a:chExt cx="2252828" cy="7103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5AD2B18-6CBC-44BF-B042-265F81924FE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mv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</a:t>
              </a: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6C21F453-1BB6-4DF3-8147-F5502BC7A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650FF1E3-BA5E-4BB1-BAD8-EEC0E409DAEB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2643757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742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点击播放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歌曲评论获取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歌曲评论渲染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E8FBCF3-F187-4A20-B03E-6545C1BB95BE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845540"/>
            <a:ext cx="1440160" cy="453664"/>
            <a:chOff x="6480626" y="1275097"/>
            <a:chExt cx="2252828" cy="71035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9A7C6EB-4596-4E45-9858-FD4894D56755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歌曲评论</a:t>
              </a:r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637951D5-31CA-455E-B940-32E78967F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BD307BF2-FE38-41AA-96BC-8C572D5D7E7A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AA6B9256-A734-49CC-84F6-BAF4FA4A75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2643757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514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</p:bldLst>
  </p:timing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点击播放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增加逻辑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歌曲评论获取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歌曲评论渲染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E8FBCF3-F187-4A20-B03E-6545C1BB95BE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845540"/>
            <a:ext cx="1440160" cy="453664"/>
            <a:chOff x="6480626" y="1275097"/>
            <a:chExt cx="2252828" cy="71035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9A7C6EB-4596-4E45-9858-FD4894D56755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歌曲评论</a:t>
              </a:r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637951D5-31CA-455E-B940-32E78967F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BD307BF2-FE38-41AA-96BC-8C572D5D7E7A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AA6B9256-A734-49CC-84F6-BAF4FA4A75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2643757"/>
            <a:ext cx="558450" cy="64807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386BFA25-CDCB-4161-91CF-DE9DE207E1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9254"/>
          <a:stretch/>
        </p:blipFill>
        <p:spPr>
          <a:xfrm>
            <a:off x="6067296" y="2793643"/>
            <a:ext cx="2946143" cy="187500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09537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点击播放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增加逻辑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歌曲评论获取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接口 歌曲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歌曲评论渲染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E8FBCF3-F187-4A20-B03E-6545C1BB95BE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845540"/>
            <a:ext cx="1440160" cy="453664"/>
            <a:chOff x="6480626" y="1275097"/>
            <a:chExt cx="2252828" cy="71035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9A7C6EB-4596-4E45-9858-FD4894D56755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歌曲评论</a:t>
              </a:r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637951D5-31CA-455E-B940-32E78967F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BD307BF2-FE38-41AA-96BC-8C572D5D7E7A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AA6B9256-A734-49CC-84F6-BAF4FA4A75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2643757"/>
            <a:ext cx="558450" cy="64807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386BFA25-CDCB-4161-91CF-DE9DE207E1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9254"/>
          <a:stretch/>
        </p:blipFill>
        <p:spPr>
          <a:xfrm>
            <a:off x="6067296" y="2793643"/>
            <a:ext cx="2946143" cy="187500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12802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点击播放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增加逻辑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歌曲评论获取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接口 歌曲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歌曲评论渲染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v-for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E8FBCF3-F187-4A20-B03E-6545C1BB95BE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845540"/>
            <a:ext cx="1440160" cy="453664"/>
            <a:chOff x="6480626" y="1275097"/>
            <a:chExt cx="2252828" cy="71035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9A7C6EB-4596-4E45-9858-FD4894D56755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歌曲评论</a:t>
              </a:r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637951D5-31CA-455E-B940-32E78967F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BD307BF2-FE38-41AA-96BC-8C572D5D7E7A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AA6B9256-A734-49CC-84F6-BAF4FA4A75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2643757"/>
            <a:ext cx="558450" cy="64807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386BFA25-CDCB-4161-91CF-DE9DE207E1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9254"/>
          <a:stretch/>
        </p:blipFill>
        <p:spPr>
          <a:xfrm>
            <a:off x="6067296" y="2793643"/>
            <a:ext cx="2946143" cy="187500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167658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0C607-6D1B-4E1A-88A6-020C0B280359}"/>
              </a:ext>
            </a:extLst>
          </p:cNvPr>
          <p:cNvSpPr txBox="1"/>
          <p:nvPr/>
        </p:nvSpPr>
        <p:spPr>
          <a:xfrm>
            <a:off x="3378411" y="2251087"/>
            <a:ext cx="5280517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在</a:t>
            </a:r>
            <a:r>
              <a:rPr lang="en-US" altLang="zh-CN" sz="1400" dirty="0" err="1"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中通过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v-for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生成列表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0953ED-223E-4889-95A8-EBB3C621D7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76767" y="2081521"/>
            <a:ext cx="558450" cy="648073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AE40EDEE-3AF2-4DC1-824B-D79A05488025}"/>
              </a:ext>
            </a:extLst>
          </p:cNvPr>
          <p:cNvGrpSpPr>
            <a:grpSpLocks/>
          </p:cNvGrpSpPr>
          <p:nvPr/>
        </p:nvGrpSpPr>
        <p:grpSpPr bwMode="auto">
          <a:xfrm>
            <a:off x="1331640" y="2275930"/>
            <a:ext cx="1440160" cy="453664"/>
            <a:chOff x="6480626" y="1275097"/>
            <a:chExt cx="2252828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F81E697-6ADB-4D25-8D7F-047235734DA1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歌曲评论</a:t>
              </a:r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B7437657-435D-40F5-B42D-1BA8C2042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0B20DA05-B85C-4731-A4B7-D402403CBA6A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5742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C9BD240-B76C-4F0C-8E9D-D7664C540B6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159081"/>
            <a:ext cx="1440160" cy="453664"/>
            <a:chOff x="6480626" y="1275097"/>
            <a:chExt cx="2252828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3AC98F5-296F-401F-B58F-1EF7427F671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歌曲搜索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9FD6012-3696-4D07-9066-6F70D8DF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0EDC59D-76B1-4A05-9448-4C7B79271BEC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B85FB7-420E-49FD-96D4-58AC873D5010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721234"/>
            <a:ext cx="1440160" cy="453664"/>
            <a:chOff x="6480626" y="1275097"/>
            <a:chExt cx="2252828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7777696-CF40-4282-9ECC-99DE93F901C5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歌曲播放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20762C79-E70E-4DA7-9A10-19EEE159A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F0B8A0C-B5ED-4030-A16C-3F554A12DFF6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B604AC-35A3-44E5-AD6F-F106C33F7C55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283387"/>
            <a:ext cx="1440160" cy="453664"/>
            <a:chOff x="6480626" y="1275097"/>
            <a:chExt cx="2252828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31D342-1793-4D87-BE83-84844CD28EE2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歌曲封面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10B40A2A-8E0F-46AC-88FD-13A0E4A10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420F91E-C63D-4E0E-9EDA-10EA29A46D2D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A77C6BB-B2C0-4492-AAC2-7B472CFFA982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845540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01358F0-7947-4979-97B3-910F70EC055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歌曲评论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882E8083-A881-4C97-871F-F37E475B4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5B3A0363-2B6F-4628-9799-C1E126995304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B8FB369-9990-44B7-BAF7-46CAA1650B1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407693"/>
            <a:ext cx="1440160" cy="453664"/>
            <a:chOff x="6480626" y="1275097"/>
            <a:chExt cx="2252828" cy="71035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B249C25-6AB8-4740-8027-7E9E33935307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播放动画</a:t>
              </a: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39E0CEF-7D89-4CCF-AC81-AB5C22F0D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F34F621A-46D3-429E-8A92-F83FD41DBDA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5191593-8866-45DD-B36B-B2DB3F3A7F54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969845"/>
            <a:ext cx="1440160" cy="453664"/>
            <a:chOff x="6480626" y="1275097"/>
            <a:chExt cx="2252828" cy="7103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5AD2B18-6CBC-44BF-B042-265F81924FE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mv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</a:t>
              </a: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6C21F453-1BB6-4DF3-8147-F5502BC7A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650FF1E3-BA5E-4BB1-BAD8-EEC0E409DAEB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2643757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316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C9BD240-B76C-4F0C-8E9D-D7664C540B6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159081"/>
            <a:ext cx="1440160" cy="453664"/>
            <a:chOff x="6480626" y="1275097"/>
            <a:chExt cx="2252828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3AC98F5-296F-401F-B58F-1EF7427F671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歌曲搜索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9FD6012-3696-4D07-9066-6F70D8DF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0EDC59D-76B1-4A05-9448-4C7B79271BEC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B85FB7-420E-49FD-96D4-58AC873D5010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721234"/>
            <a:ext cx="1440160" cy="453664"/>
            <a:chOff x="6480626" y="1275097"/>
            <a:chExt cx="2252828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7777696-CF40-4282-9ECC-99DE93F901C5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歌曲播放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20762C79-E70E-4DA7-9A10-19EEE159A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F0B8A0C-B5ED-4030-A16C-3F554A12DFF6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B604AC-35A3-44E5-AD6F-F106C33F7C55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283387"/>
            <a:ext cx="1440160" cy="453664"/>
            <a:chOff x="6480626" y="1275097"/>
            <a:chExt cx="2252828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31D342-1793-4D87-BE83-84844CD28EE2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歌曲封面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10B40A2A-8E0F-46AC-88FD-13A0E4A10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420F91E-C63D-4E0E-9EDA-10EA29A46D2D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A77C6BB-B2C0-4492-AAC2-7B472CFFA982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845540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01358F0-7947-4979-97B3-910F70EC055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歌曲评论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882E8083-A881-4C97-871F-F37E475B4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5B3A0363-2B6F-4628-9799-C1E126995304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B8FB369-9990-44B7-BAF7-46CAA1650B1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407693"/>
            <a:ext cx="1440160" cy="453664"/>
            <a:chOff x="6480626" y="1275097"/>
            <a:chExt cx="2252828" cy="71035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B249C25-6AB8-4740-8027-7E9E33935307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播放动画</a:t>
              </a: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39E0CEF-7D89-4CCF-AC81-AB5C22F0D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F34F621A-46D3-429E-8A92-F83FD41DBDA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5191593-8866-45DD-B36B-B2DB3F3A7F54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969845"/>
            <a:ext cx="1440160" cy="453664"/>
            <a:chOff x="6480626" y="1275097"/>
            <a:chExt cx="2252828" cy="7103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5AD2B18-6CBC-44BF-B042-265F81924FE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mv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</a:t>
              </a: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6C21F453-1BB6-4DF3-8147-F5502BC7A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650FF1E3-BA5E-4BB1-BAD8-EEC0E409DAEB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3219821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229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监听音乐播放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监听音乐暂停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操纵类名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17541B5-4193-4AD8-B2A3-00AE1B893C4B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407693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2A59672-4D17-4762-81C6-C4749CB53D80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播放动画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DD5F35B7-9118-4F7C-AF22-1ECA50908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B674555F-7AA4-453D-B8B9-B4BC688B2D64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3D987F7A-922B-4B75-B137-423E1B047F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3219821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94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</p:bldLst>
  </p:timing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监听音乐播放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 play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监听音乐暂停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操纵类名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17541B5-4193-4AD8-B2A3-00AE1B893C4B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407693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2A59672-4D17-4762-81C6-C4749CB53D80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播放动画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DD5F35B7-9118-4F7C-AF22-1ECA50908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B674555F-7AA4-453D-B8B9-B4BC688B2D64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3D987F7A-922B-4B75-B137-423E1B047F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3219821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360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监听音乐播放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 play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监听音乐暂停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 pause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操纵类名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17541B5-4193-4AD8-B2A3-00AE1B893C4B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407693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2A59672-4D17-4762-81C6-C4749CB53D80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播放动画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DD5F35B7-9118-4F7C-AF22-1ECA50908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B674555F-7AA4-453D-B8B9-B4BC688B2D64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3D987F7A-922B-4B75-B137-423E1B047F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3219821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917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监听音乐播放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 play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监听音乐暂停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v-on pause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操纵类名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v-bind 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对象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17541B5-4193-4AD8-B2A3-00AE1B893C4B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407693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2A59672-4D17-4762-81C6-C4749CB53D80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播放动画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DD5F35B7-9118-4F7C-AF22-1ECA50908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B674555F-7AA4-453D-B8B9-B4BC688B2D64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3D987F7A-922B-4B75-B137-423E1B047F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3219821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411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0C607-6D1B-4E1A-88A6-020C0B280359}"/>
              </a:ext>
            </a:extLst>
          </p:cNvPr>
          <p:cNvSpPr txBox="1"/>
          <p:nvPr/>
        </p:nvSpPr>
        <p:spPr>
          <a:xfrm>
            <a:off x="3378410" y="1923678"/>
            <a:ext cx="5280517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audio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标签的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play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事件会在音频播放的时候触发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0953ED-223E-4889-95A8-EBB3C621D7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76767" y="2081521"/>
            <a:ext cx="558450" cy="648073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AE40EDEE-3AF2-4DC1-824B-D79A05488025}"/>
              </a:ext>
            </a:extLst>
          </p:cNvPr>
          <p:cNvGrpSpPr>
            <a:grpSpLocks/>
          </p:cNvGrpSpPr>
          <p:nvPr/>
        </p:nvGrpSpPr>
        <p:grpSpPr bwMode="auto">
          <a:xfrm>
            <a:off x="1331640" y="2275930"/>
            <a:ext cx="1440160" cy="453664"/>
            <a:chOff x="6480626" y="1275097"/>
            <a:chExt cx="2252828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F81E697-6ADB-4D25-8D7F-047235734DA1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播放动画</a:t>
              </a:r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B7437657-435D-40F5-B42D-1BA8C2042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0B20DA05-B85C-4731-A4B7-D402403CBA6A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TextBox 7">
            <a:extLst>
              <a:ext uri="{FF2B5EF4-FFF2-40B4-BE49-F238E27FC236}">
                <a16:creationId xmlns:a16="http://schemas.microsoft.com/office/drawing/2014/main" id="{8A16E39B-B3F2-4E2A-90C2-6AE05D2139A7}"/>
              </a:ext>
            </a:extLst>
          </p:cNvPr>
          <p:cNvSpPr txBox="1"/>
          <p:nvPr/>
        </p:nvSpPr>
        <p:spPr>
          <a:xfrm>
            <a:off x="3378410" y="2336707"/>
            <a:ext cx="5280517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audio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标签的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pause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事件会在音频暂停的时候触发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B4AD4662-37AB-405F-9914-494B8F56061A}"/>
              </a:ext>
            </a:extLst>
          </p:cNvPr>
          <p:cNvSpPr txBox="1"/>
          <p:nvPr/>
        </p:nvSpPr>
        <p:spPr>
          <a:xfrm>
            <a:off x="3378410" y="2749736"/>
            <a:ext cx="5280517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通过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对象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的方式设置类名，类名生效与否取决于后面值的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真假</a:t>
            </a:r>
            <a:endParaRPr lang="en-US" altLang="zh-CN" sz="1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2317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</p:bldLst>
  </p:timing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C9BD240-B76C-4F0C-8E9D-D7664C540B6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159081"/>
            <a:ext cx="1440160" cy="453664"/>
            <a:chOff x="6480626" y="1275097"/>
            <a:chExt cx="2252828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3AC98F5-296F-401F-B58F-1EF7427F671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歌曲搜索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9FD6012-3696-4D07-9066-6F70D8DF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0EDC59D-76B1-4A05-9448-4C7B79271BEC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B85FB7-420E-49FD-96D4-58AC873D5010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721234"/>
            <a:ext cx="1440160" cy="453664"/>
            <a:chOff x="6480626" y="1275097"/>
            <a:chExt cx="2252828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7777696-CF40-4282-9ECC-99DE93F901C5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歌曲播放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20762C79-E70E-4DA7-9A10-19EEE159A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F0B8A0C-B5ED-4030-A16C-3F554A12DFF6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B604AC-35A3-44E5-AD6F-F106C33F7C55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283387"/>
            <a:ext cx="1440160" cy="453664"/>
            <a:chOff x="6480626" y="1275097"/>
            <a:chExt cx="2252828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31D342-1793-4D87-BE83-84844CD28EE2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歌曲封面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10B40A2A-8E0F-46AC-88FD-13A0E4A10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420F91E-C63D-4E0E-9EDA-10EA29A46D2D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A77C6BB-B2C0-4492-AAC2-7B472CFFA982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845540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01358F0-7947-4979-97B3-910F70EC055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歌曲评论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882E8083-A881-4C97-871F-F37E475B4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5B3A0363-2B6F-4628-9799-C1E126995304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B8FB369-9990-44B7-BAF7-46CAA1650B1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407693"/>
            <a:ext cx="1440160" cy="453664"/>
            <a:chOff x="6480626" y="1275097"/>
            <a:chExt cx="2252828" cy="71035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B249C25-6AB8-4740-8027-7E9E33935307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播放动画</a:t>
              </a: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39E0CEF-7D89-4CCF-AC81-AB5C22F0D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F34F621A-46D3-429E-8A92-F83FD41DBDA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5191593-8866-45DD-B36B-B2DB3F3A7F54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969845"/>
            <a:ext cx="1440160" cy="453664"/>
            <a:chOff x="6480626" y="1275097"/>
            <a:chExt cx="2252828" cy="7103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5AD2B18-6CBC-44BF-B042-265F81924FE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mv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</a:t>
              </a: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6C21F453-1BB6-4DF3-8147-F5502BC7A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650FF1E3-BA5E-4BB1-BAD8-EEC0E409DAEB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3219821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53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C9BD240-B76C-4F0C-8E9D-D7664C540B6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159081"/>
            <a:ext cx="1440160" cy="453664"/>
            <a:chOff x="6480626" y="1275097"/>
            <a:chExt cx="2252828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3AC98F5-296F-401F-B58F-1EF7427F671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歌曲搜索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9FD6012-3696-4D07-9066-6F70D8DF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0EDC59D-76B1-4A05-9448-4C7B79271BEC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B85FB7-420E-49FD-96D4-58AC873D5010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721234"/>
            <a:ext cx="1440160" cy="453664"/>
            <a:chOff x="6480626" y="1275097"/>
            <a:chExt cx="2252828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7777696-CF40-4282-9ECC-99DE93F901C5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歌曲播放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20762C79-E70E-4DA7-9A10-19EEE159A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F0B8A0C-B5ED-4030-A16C-3F554A12DFF6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B604AC-35A3-44E5-AD6F-F106C33F7C55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283387"/>
            <a:ext cx="1440160" cy="453664"/>
            <a:chOff x="6480626" y="1275097"/>
            <a:chExt cx="2252828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31D342-1793-4D87-BE83-84844CD28EE2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歌曲封面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10B40A2A-8E0F-46AC-88FD-13A0E4A10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420F91E-C63D-4E0E-9EDA-10EA29A46D2D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A77C6BB-B2C0-4492-AAC2-7B472CFFA982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845540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01358F0-7947-4979-97B3-910F70EC055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歌曲评论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882E8083-A881-4C97-871F-F37E475B4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5B3A0363-2B6F-4628-9799-C1E126995304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B8FB369-9990-44B7-BAF7-46CAA1650B1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407693"/>
            <a:ext cx="1440160" cy="453664"/>
            <a:chOff x="6480626" y="1275097"/>
            <a:chExt cx="2252828" cy="71035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B249C25-6AB8-4740-8027-7E9E33935307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播放动画</a:t>
              </a: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39E0CEF-7D89-4CCF-AC81-AB5C22F0D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F34F621A-46D3-429E-8A92-F83FD41DBDA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5191593-8866-45DD-B36B-B2DB3F3A7F54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969845"/>
            <a:ext cx="1440160" cy="453664"/>
            <a:chOff x="6480626" y="1275097"/>
            <a:chExt cx="2252828" cy="7103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5AD2B18-6CBC-44BF-B042-265F81924FE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mv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</a:t>
              </a: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6C21F453-1BB6-4DF3-8147-F5502BC7A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650FF1E3-BA5E-4BB1-BAD8-EEC0E409DAEB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3723878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511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mv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图标显示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mv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地址获取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遮罩层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A6BC8A-2756-4425-AF04-A0911F741721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969845"/>
            <a:ext cx="1440160" cy="453664"/>
            <a:chOff x="6480626" y="1275097"/>
            <a:chExt cx="2252828" cy="71035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8D0797B-76F6-45D4-B28A-BCE92536199E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mv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</a:t>
              </a:r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A1FDE6CE-9BE9-41F2-B428-8301766AE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756067E8-9E35-4A27-9FD8-020AAE893699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FD5F4168-5A3F-48DF-B36D-32650D3960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3723878"/>
            <a:ext cx="558450" cy="648073"/>
          </a:xfrm>
          <a:prstGeom prst="rect">
            <a:avLst/>
          </a:prstGeom>
        </p:spPr>
      </p:pic>
      <p:sp>
        <p:nvSpPr>
          <p:cNvPr id="30" name="TextBox 7">
            <a:extLst>
              <a:ext uri="{FF2B5EF4-FFF2-40B4-BE49-F238E27FC236}">
                <a16:creationId xmlns:a16="http://schemas.microsoft.com/office/drawing/2014/main" id="{43D3BDE9-914C-4CDE-BB60-5A2149A765E2}"/>
              </a:ext>
            </a:extLst>
          </p:cNvPr>
          <p:cNvSpPr txBox="1"/>
          <p:nvPr/>
        </p:nvSpPr>
        <p:spPr>
          <a:xfrm>
            <a:off x="6493159" y="24229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4. mv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地址设置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2153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30" grpId="0"/>
    </p:bldLst>
  </p:timing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mv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图标显示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v-if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mv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地址获取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遮罩层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A6BC8A-2756-4425-AF04-A0911F741721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969845"/>
            <a:ext cx="1440160" cy="453664"/>
            <a:chOff x="6480626" y="1275097"/>
            <a:chExt cx="2252828" cy="71035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8D0797B-76F6-45D4-B28A-BCE92536199E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mv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</a:t>
              </a:r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A1FDE6CE-9BE9-41F2-B428-8301766AE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756067E8-9E35-4A27-9FD8-020AAE893699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FD5F4168-5A3F-48DF-B36D-32650D3960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3723878"/>
            <a:ext cx="558450" cy="648073"/>
          </a:xfrm>
          <a:prstGeom prst="rect">
            <a:avLst/>
          </a:prstGeom>
        </p:spPr>
      </p:pic>
      <p:sp>
        <p:nvSpPr>
          <p:cNvPr id="30" name="TextBox 7">
            <a:extLst>
              <a:ext uri="{FF2B5EF4-FFF2-40B4-BE49-F238E27FC236}">
                <a16:creationId xmlns:a16="http://schemas.microsoft.com/office/drawing/2014/main" id="{43D3BDE9-914C-4CDE-BB60-5A2149A765E2}"/>
              </a:ext>
            </a:extLst>
          </p:cNvPr>
          <p:cNvSpPr txBox="1"/>
          <p:nvPr/>
        </p:nvSpPr>
        <p:spPr>
          <a:xfrm>
            <a:off x="6493159" y="24229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4. mv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地址设置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AFE3D93-07F3-4583-BB86-0716219E0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174" y="2977188"/>
            <a:ext cx="3096344" cy="171344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80508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mv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图标显示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v-if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mv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地址获取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接口 </a:t>
            </a:r>
            <a:r>
              <a:rPr lang="en-US" altLang="zh-CN" sz="1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mvid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遮罩层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A6BC8A-2756-4425-AF04-A0911F741721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969845"/>
            <a:ext cx="1440160" cy="453664"/>
            <a:chOff x="6480626" y="1275097"/>
            <a:chExt cx="2252828" cy="71035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8D0797B-76F6-45D4-B28A-BCE92536199E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mv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</a:t>
              </a:r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A1FDE6CE-9BE9-41F2-B428-8301766AE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756067E8-9E35-4A27-9FD8-020AAE893699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FD5F4168-5A3F-48DF-B36D-32650D3960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3723878"/>
            <a:ext cx="558450" cy="648073"/>
          </a:xfrm>
          <a:prstGeom prst="rect">
            <a:avLst/>
          </a:prstGeom>
        </p:spPr>
      </p:pic>
      <p:sp>
        <p:nvSpPr>
          <p:cNvPr id="30" name="TextBox 7">
            <a:extLst>
              <a:ext uri="{FF2B5EF4-FFF2-40B4-BE49-F238E27FC236}">
                <a16:creationId xmlns:a16="http://schemas.microsoft.com/office/drawing/2014/main" id="{43D3BDE9-914C-4CDE-BB60-5A2149A765E2}"/>
              </a:ext>
            </a:extLst>
          </p:cNvPr>
          <p:cNvSpPr txBox="1"/>
          <p:nvPr/>
        </p:nvSpPr>
        <p:spPr>
          <a:xfrm>
            <a:off x="6493159" y="24229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4. mv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地址设置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AFE3D93-07F3-4583-BB86-0716219E0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7095" y="2977188"/>
            <a:ext cx="3096344" cy="171344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72613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mv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图标显示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v-if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mv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地址获取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接口 </a:t>
            </a:r>
            <a:r>
              <a:rPr lang="en-US" altLang="zh-CN" sz="1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mvid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遮罩层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v-show v-on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A6BC8A-2756-4425-AF04-A0911F741721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969845"/>
            <a:ext cx="1440160" cy="453664"/>
            <a:chOff x="6480626" y="1275097"/>
            <a:chExt cx="2252828" cy="71035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8D0797B-76F6-45D4-B28A-BCE92536199E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mv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</a:t>
              </a:r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A1FDE6CE-9BE9-41F2-B428-8301766AE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756067E8-9E35-4A27-9FD8-020AAE893699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FD5F4168-5A3F-48DF-B36D-32650D3960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3723878"/>
            <a:ext cx="558450" cy="648073"/>
          </a:xfrm>
          <a:prstGeom prst="rect">
            <a:avLst/>
          </a:prstGeom>
        </p:spPr>
      </p:pic>
      <p:sp>
        <p:nvSpPr>
          <p:cNvPr id="30" name="TextBox 7">
            <a:extLst>
              <a:ext uri="{FF2B5EF4-FFF2-40B4-BE49-F238E27FC236}">
                <a16:creationId xmlns:a16="http://schemas.microsoft.com/office/drawing/2014/main" id="{43D3BDE9-914C-4CDE-BB60-5A2149A765E2}"/>
              </a:ext>
            </a:extLst>
          </p:cNvPr>
          <p:cNvSpPr txBox="1"/>
          <p:nvPr/>
        </p:nvSpPr>
        <p:spPr>
          <a:xfrm>
            <a:off x="6493159" y="24229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4. mv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地址设置</a:t>
            </a: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AFE3D93-07F3-4583-BB86-0716219E0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7095" y="2977188"/>
            <a:ext cx="3096344" cy="171344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89597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D29DE1DF-C5ED-4240-B91A-48D9ECB55154}"/>
              </a:ext>
            </a:extLst>
          </p:cNvPr>
          <p:cNvSpPr txBox="1"/>
          <p:nvPr/>
        </p:nvSpPr>
        <p:spPr>
          <a:xfrm>
            <a:off x="6493159" y="1471731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1. mv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图标显示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v-if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0531B71-BE91-44BD-9A27-8A34AE33AC14}"/>
              </a:ext>
            </a:extLst>
          </p:cNvPr>
          <p:cNvSpPr txBox="1"/>
          <p:nvPr/>
        </p:nvSpPr>
        <p:spPr>
          <a:xfrm>
            <a:off x="6493159" y="18126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2. mv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地址获取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接口 </a:t>
            </a:r>
            <a:r>
              <a:rPr lang="en-US" altLang="zh-CN" sz="1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mvid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20648F91-07E4-4C6D-ACEF-0E436C689380}"/>
              </a:ext>
            </a:extLst>
          </p:cNvPr>
          <p:cNvSpPr txBox="1"/>
          <p:nvPr/>
        </p:nvSpPr>
        <p:spPr>
          <a:xfrm>
            <a:off x="6493159" y="2132687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遮罩层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v-show v-on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A6BC8A-2756-4425-AF04-A0911F741721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969845"/>
            <a:ext cx="1440160" cy="453664"/>
            <a:chOff x="6480626" y="1275097"/>
            <a:chExt cx="2252828" cy="71035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8D0797B-76F6-45D4-B28A-BCE92536199E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mv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</a:t>
              </a:r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A1FDE6CE-9BE9-41F2-B428-8301766AE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756067E8-9E35-4A27-9FD8-020AAE893699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FD5F4168-5A3F-48DF-B36D-32650D3960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3723878"/>
            <a:ext cx="558450" cy="648073"/>
          </a:xfrm>
          <a:prstGeom prst="rect">
            <a:avLst/>
          </a:prstGeom>
        </p:spPr>
      </p:pic>
      <p:sp>
        <p:nvSpPr>
          <p:cNvPr id="30" name="TextBox 7">
            <a:extLst>
              <a:ext uri="{FF2B5EF4-FFF2-40B4-BE49-F238E27FC236}">
                <a16:creationId xmlns:a16="http://schemas.microsoft.com/office/drawing/2014/main" id="{43D3BDE9-914C-4CDE-BB60-5A2149A765E2}"/>
              </a:ext>
            </a:extLst>
          </p:cNvPr>
          <p:cNvSpPr txBox="1"/>
          <p:nvPr/>
        </p:nvSpPr>
        <p:spPr>
          <a:xfrm>
            <a:off x="6493159" y="2422926"/>
            <a:ext cx="2520280" cy="35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defRPr/>
            </a:pP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4. mv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地址设置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v-bind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AFE3D93-07F3-4583-BB86-0716219E0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7095" y="2977188"/>
            <a:ext cx="3096344" cy="171344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76517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C9BD240-B76C-4F0C-8E9D-D7664C540B6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159081"/>
            <a:ext cx="1440160" cy="453664"/>
            <a:chOff x="6480626" y="1275097"/>
            <a:chExt cx="2252828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3AC98F5-296F-401F-B58F-1EF7427F671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歌曲搜索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9FD6012-3696-4D07-9066-6F70D8DF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0EDC59D-76B1-4A05-9448-4C7B79271BEC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B85FB7-420E-49FD-96D4-58AC873D5010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721234"/>
            <a:ext cx="1440160" cy="453664"/>
            <a:chOff x="6480626" y="1275097"/>
            <a:chExt cx="2252828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7777696-CF40-4282-9ECC-99DE93F901C5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歌曲播放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20762C79-E70E-4DA7-9A10-19EEE159A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F0B8A0C-B5ED-4030-A16C-3F554A12DFF6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B604AC-35A3-44E5-AD6F-F106C33F7C55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283387"/>
            <a:ext cx="1440160" cy="453664"/>
            <a:chOff x="6480626" y="1275097"/>
            <a:chExt cx="2252828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31D342-1793-4D87-BE83-84844CD28EE2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歌曲封面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10B40A2A-8E0F-46AC-88FD-13A0E4A10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420F91E-C63D-4E0E-9EDA-10EA29A46D2D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A77C6BB-B2C0-4492-AAC2-7B472CFFA982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845540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01358F0-7947-4979-97B3-910F70EC055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歌曲评论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882E8083-A881-4C97-871F-F37E475B4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5B3A0363-2B6F-4628-9799-C1E126995304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B8FB369-9990-44B7-BAF7-46CAA1650B1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407693"/>
            <a:ext cx="1440160" cy="453664"/>
            <a:chOff x="6480626" y="1275097"/>
            <a:chExt cx="2252828" cy="71035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B249C25-6AB8-4740-8027-7E9E33935307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播放动画</a:t>
              </a: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39E0CEF-7D89-4CCF-AC81-AB5C22F0D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F34F621A-46D3-429E-8A92-F83FD41DBDA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5191593-8866-45DD-B36B-B2DB3F3A7F54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969845"/>
            <a:ext cx="1440160" cy="453664"/>
            <a:chOff x="6480626" y="1275097"/>
            <a:chExt cx="2252828" cy="7103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5AD2B18-6CBC-44BF-B042-265F81924FE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mv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</a:t>
              </a: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6C21F453-1BB6-4DF3-8147-F5502BC7A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650FF1E3-BA5E-4BB1-BAD8-EEC0E409DAEB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3571039" y="3723878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110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3A03E2F-62B4-4B37-AAEB-6D91133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0" y="1794264"/>
            <a:ext cx="2946143" cy="205944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BD36565-D0E7-46B3-B3DD-1EA81697E280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771550"/>
            <a:ext cx="1944216" cy="614363"/>
            <a:chOff x="6480626" y="1255885"/>
            <a:chExt cx="3041319" cy="96197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2113F7-8C41-4433-80CD-24BBA73AC45F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0AEE14C-C8CC-46C3-A5A5-69167D5D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C099AD-E257-4407-9EB4-A28AC9D95B1B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C9BD240-B76C-4F0C-8E9D-D7664C540B6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159081"/>
            <a:ext cx="1440160" cy="453664"/>
            <a:chOff x="6480626" y="1275097"/>
            <a:chExt cx="2252828" cy="7103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3AC98F5-296F-401F-B58F-1EF7427F6719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歌曲搜索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19FD6012-3696-4D07-9066-6F70D8DF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0EDC59D-76B1-4A05-9448-4C7B79271BEC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B85FB7-420E-49FD-96D4-58AC873D5010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1721234"/>
            <a:ext cx="1440160" cy="453664"/>
            <a:chOff x="6480626" y="1275097"/>
            <a:chExt cx="2252828" cy="71035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7777696-CF40-4282-9ECC-99DE93F901C5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歌曲播放</a:t>
              </a: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20762C79-E70E-4DA7-9A10-19EEE159A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F0B8A0C-B5ED-4030-A16C-3F554A12DFF6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B604AC-35A3-44E5-AD6F-F106C33F7C55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283387"/>
            <a:ext cx="1440160" cy="453664"/>
            <a:chOff x="6480626" y="1275097"/>
            <a:chExt cx="2252828" cy="71035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31D342-1793-4D87-BE83-84844CD28EE2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歌曲封面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10B40A2A-8E0F-46AC-88FD-13A0E4A10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420F91E-C63D-4E0E-9EDA-10EA29A46D2D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A77C6BB-B2C0-4492-AAC2-7B472CFFA982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2845540"/>
            <a:ext cx="1440160" cy="453664"/>
            <a:chOff x="6480626" y="1275097"/>
            <a:chExt cx="2252828" cy="71035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01358F0-7947-4979-97B3-910F70EC055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歌曲评论</a:t>
              </a: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882E8083-A881-4C97-871F-F37E475B4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5B3A0363-2B6F-4628-9799-C1E126995304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B8FB369-9990-44B7-BAF7-46CAA1650B1C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407693"/>
            <a:ext cx="1440160" cy="453664"/>
            <a:chOff x="6480626" y="1275097"/>
            <a:chExt cx="2252828" cy="71035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B249C25-6AB8-4740-8027-7E9E33935307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播放动画</a:t>
              </a: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39E0CEF-7D89-4CCF-AC81-AB5C22F0D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F34F621A-46D3-429E-8A92-F83FD41DBDAE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5191593-8866-45DD-B36B-B2DB3F3A7F54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969845"/>
            <a:ext cx="1440160" cy="453664"/>
            <a:chOff x="6480626" y="1275097"/>
            <a:chExt cx="2252828" cy="7103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5AD2B18-6CBC-44BF-B042-265F81924FED}"/>
                </a:ext>
              </a:extLst>
            </p:cNvPr>
            <p:cNvSpPr/>
            <p:nvPr/>
          </p:nvSpPr>
          <p:spPr>
            <a:xfrm>
              <a:off x="6480626" y="1504460"/>
              <a:ext cx="2252828" cy="480990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mv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播放</a:t>
              </a: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6C21F453-1BB6-4DF3-8147-F5502BC7A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650FF1E3-BA5E-4BB1-BAD8-EEC0E409DAEB}"/>
                </a:ext>
              </a:extLst>
            </p:cNvPr>
            <p:cNvSpPr/>
            <p:nvPr/>
          </p:nvSpPr>
          <p:spPr>
            <a:xfrm>
              <a:off x="6553397" y="1391709"/>
              <a:ext cx="490436" cy="480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16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1" lang="zh-CN" altLang="en-US" sz="16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689DD9E-7254-46DF-B94B-04712F00B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948159" y="295076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736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61D305-DC9F-4EB2-8C2F-2D7D3F0EF6B1}"/>
              </a:ext>
            </a:extLst>
          </p:cNvPr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EAA4533-BE8F-47D9-A6DA-6035FE07473B}"/>
              </a:ext>
            </a:extLst>
          </p:cNvPr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1F0320-6EB6-49E5-B90F-F44ADF030FE0}"/>
              </a:ext>
            </a:extLst>
          </p:cNvPr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0C607-6D1B-4E1A-88A6-020C0B280359}"/>
              </a:ext>
            </a:extLst>
          </p:cNvPr>
          <p:cNvSpPr txBox="1"/>
          <p:nvPr/>
        </p:nvSpPr>
        <p:spPr>
          <a:xfrm>
            <a:off x="3378410" y="1923678"/>
            <a:ext cx="5280517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不同的接口需要的数据是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不同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的，文档的阅读需要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仔细</a:t>
            </a:r>
            <a:endParaRPr lang="en-US" altLang="zh-CN" sz="1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0953ED-223E-4889-95A8-EBB3C621D7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1161396" y="2118191"/>
            <a:ext cx="558450" cy="648073"/>
          </a:xfrm>
          <a:prstGeom prst="rect">
            <a:avLst/>
          </a:prstGeom>
        </p:spPr>
      </p:pic>
      <p:sp>
        <p:nvSpPr>
          <p:cNvPr id="11" name="TextBox 7">
            <a:extLst>
              <a:ext uri="{FF2B5EF4-FFF2-40B4-BE49-F238E27FC236}">
                <a16:creationId xmlns:a16="http://schemas.microsoft.com/office/drawing/2014/main" id="{8A16E39B-B3F2-4E2A-90C2-6AE05D2139A7}"/>
              </a:ext>
            </a:extLst>
          </p:cNvPr>
          <p:cNvSpPr txBox="1"/>
          <p:nvPr/>
        </p:nvSpPr>
        <p:spPr>
          <a:xfrm>
            <a:off x="3378410" y="2336707"/>
            <a:ext cx="5280517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页面结构复杂之后，通过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审查元素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的方式去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快速定位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相关元素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B4AD4662-37AB-405F-9914-494B8F56061A}"/>
              </a:ext>
            </a:extLst>
          </p:cNvPr>
          <p:cNvSpPr txBox="1"/>
          <p:nvPr/>
        </p:nvSpPr>
        <p:spPr>
          <a:xfrm>
            <a:off x="3378410" y="2749736"/>
            <a:ext cx="5280517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响应式的数据都需要定义在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data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中定义</a:t>
            </a:r>
            <a:endParaRPr lang="en-US" altLang="zh-CN" sz="1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4BD59BE-6DC8-426D-9067-FEEAC839B124}"/>
              </a:ext>
            </a:extLst>
          </p:cNvPr>
          <p:cNvGrpSpPr>
            <a:grpSpLocks/>
          </p:cNvGrpSpPr>
          <p:nvPr/>
        </p:nvGrpSpPr>
        <p:grpSpPr bwMode="auto">
          <a:xfrm>
            <a:off x="608773" y="2608262"/>
            <a:ext cx="1944216" cy="614363"/>
            <a:chOff x="6480626" y="1255885"/>
            <a:chExt cx="3041319" cy="961979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9CA82A6-40ED-40F6-A91D-683476E41183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综合应用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2E9810B6-DB1D-4EA1-B99F-4D86B3CDA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A045B604-E272-412D-B874-2F63192E8EB8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8279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</p:bldLst>
  </p:timing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125798" y="2605459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Vue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ADD46AD-001E-4C85-8246-4A88625E1379}"/>
              </a:ext>
            </a:extLst>
          </p:cNvPr>
          <p:cNvGrpSpPr>
            <a:grpSpLocks/>
          </p:cNvGrpSpPr>
          <p:nvPr/>
        </p:nvGrpSpPr>
        <p:grpSpPr bwMode="auto">
          <a:xfrm>
            <a:off x="2401615" y="2605459"/>
            <a:ext cx="1944216" cy="614363"/>
            <a:chOff x="6480625" y="1255885"/>
            <a:chExt cx="3041318" cy="961979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A3E3DF9-2C99-4ADA-AB98-0C1BADAA4BE1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本地应用</a:t>
              </a:r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9ADBB28D-908A-4EC4-9C4E-B4025718C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E5CEC98-EA26-435C-AE35-E36611A3B229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180DD74-697B-4327-8338-680DB881DB9B}"/>
              </a:ext>
            </a:extLst>
          </p:cNvPr>
          <p:cNvGrpSpPr>
            <a:grpSpLocks/>
          </p:cNvGrpSpPr>
          <p:nvPr/>
        </p:nvGrpSpPr>
        <p:grpSpPr bwMode="auto">
          <a:xfrm>
            <a:off x="4677432" y="2605459"/>
            <a:ext cx="1944216" cy="614363"/>
            <a:chOff x="6480625" y="1255885"/>
            <a:chExt cx="3041318" cy="961979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55C8084-1579-463F-B3EC-0D3933B3C8F9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网络应用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F9C2D05-986F-4E5F-B8B1-DEE3D4112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BEF75E93-5F9D-425F-813E-050CA7D93DC3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A2CA2CB-1E39-4893-A0D8-0D47287E0704}"/>
              </a:ext>
            </a:extLst>
          </p:cNvPr>
          <p:cNvGrpSpPr>
            <a:grpSpLocks/>
          </p:cNvGrpSpPr>
          <p:nvPr/>
        </p:nvGrpSpPr>
        <p:grpSpPr bwMode="auto">
          <a:xfrm>
            <a:off x="6953250" y="2605459"/>
            <a:ext cx="1944216" cy="614363"/>
            <a:chOff x="6480625" y="1255885"/>
            <a:chExt cx="3041318" cy="961979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FCA37FF-5042-4841-B59E-D15FF9BCC5B8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综合应用</a:t>
              </a:r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33DD4BFE-3CEA-437E-811B-38D56F9A4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872EA34E-4433-4D18-80AF-56C604A90C9C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677983" y="2115388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946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125798" y="2605459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Vue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ADD46AD-001E-4C85-8246-4A88625E1379}"/>
              </a:ext>
            </a:extLst>
          </p:cNvPr>
          <p:cNvGrpSpPr>
            <a:grpSpLocks/>
          </p:cNvGrpSpPr>
          <p:nvPr/>
        </p:nvGrpSpPr>
        <p:grpSpPr bwMode="auto">
          <a:xfrm>
            <a:off x="2401615" y="2605459"/>
            <a:ext cx="1944216" cy="614363"/>
            <a:chOff x="6480625" y="1255885"/>
            <a:chExt cx="3041318" cy="961979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A3E3DF9-2C99-4ADA-AB98-0C1BADAA4BE1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本地应用</a:t>
              </a:r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9ADBB28D-908A-4EC4-9C4E-B4025718C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E5CEC98-EA26-435C-AE35-E36611A3B229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180DD74-697B-4327-8338-680DB881DB9B}"/>
              </a:ext>
            </a:extLst>
          </p:cNvPr>
          <p:cNvGrpSpPr>
            <a:grpSpLocks/>
          </p:cNvGrpSpPr>
          <p:nvPr/>
        </p:nvGrpSpPr>
        <p:grpSpPr bwMode="auto">
          <a:xfrm>
            <a:off x="4677432" y="2605459"/>
            <a:ext cx="1944216" cy="614363"/>
            <a:chOff x="6480625" y="1255885"/>
            <a:chExt cx="3041318" cy="961979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55C8084-1579-463F-B3EC-0D3933B3C8F9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网络应用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F9C2D05-986F-4E5F-B8B1-DEE3D4112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BEF75E93-5F9D-425F-813E-050CA7D93DC3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A2CA2CB-1E39-4893-A0D8-0D47287E0704}"/>
              </a:ext>
            </a:extLst>
          </p:cNvPr>
          <p:cNvGrpSpPr>
            <a:grpSpLocks/>
          </p:cNvGrpSpPr>
          <p:nvPr/>
        </p:nvGrpSpPr>
        <p:grpSpPr bwMode="auto">
          <a:xfrm>
            <a:off x="6953250" y="2605459"/>
            <a:ext cx="1944216" cy="614363"/>
            <a:chOff x="6480625" y="1255885"/>
            <a:chExt cx="3041318" cy="961979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FCA37FF-5042-4841-B59E-D15FF9BCC5B8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综合应用</a:t>
              </a:r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33DD4BFE-3CEA-437E-811B-38D56F9A4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872EA34E-4433-4D18-80AF-56C604A90C9C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2987824" y="2115388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566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125798" y="2605459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Vue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ADD46AD-001E-4C85-8246-4A88625E1379}"/>
              </a:ext>
            </a:extLst>
          </p:cNvPr>
          <p:cNvGrpSpPr>
            <a:grpSpLocks/>
          </p:cNvGrpSpPr>
          <p:nvPr/>
        </p:nvGrpSpPr>
        <p:grpSpPr bwMode="auto">
          <a:xfrm>
            <a:off x="2401615" y="2605459"/>
            <a:ext cx="1944216" cy="614363"/>
            <a:chOff x="6480625" y="1255885"/>
            <a:chExt cx="3041318" cy="961979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A3E3DF9-2C99-4ADA-AB98-0C1BADAA4BE1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本地应用</a:t>
              </a:r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9ADBB28D-908A-4EC4-9C4E-B4025718C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E5CEC98-EA26-435C-AE35-E36611A3B229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180DD74-697B-4327-8338-680DB881DB9B}"/>
              </a:ext>
            </a:extLst>
          </p:cNvPr>
          <p:cNvGrpSpPr>
            <a:grpSpLocks/>
          </p:cNvGrpSpPr>
          <p:nvPr/>
        </p:nvGrpSpPr>
        <p:grpSpPr bwMode="auto">
          <a:xfrm>
            <a:off x="4677432" y="2605459"/>
            <a:ext cx="1944216" cy="614363"/>
            <a:chOff x="6480625" y="1255885"/>
            <a:chExt cx="3041318" cy="961979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55C8084-1579-463F-B3EC-0D3933B3C8F9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网络应用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F9C2D05-986F-4E5F-B8B1-DEE3D4112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BEF75E93-5F9D-425F-813E-050CA7D93DC3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A2CA2CB-1E39-4893-A0D8-0D47287E0704}"/>
              </a:ext>
            </a:extLst>
          </p:cNvPr>
          <p:cNvGrpSpPr>
            <a:grpSpLocks/>
          </p:cNvGrpSpPr>
          <p:nvPr/>
        </p:nvGrpSpPr>
        <p:grpSpPr bwMode="auto">
          <a:xfrm>
            <a:off x="6953250" y="2605459"/>
            <a:ext cx="1944216" cy="614363"/>
            <a:chOff x="6480625" y="1255885"/>
            <a:chExt cx="3041318" cy="961979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FCA37FF-5042-4841-B59E-D15FF9BCC5B8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综合应用</a:t>
              </a:r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33DD4BFE-3CEA-437E-811B-38D56F9A4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872EA34E-4433-4D18-80AF-56C604A90C9C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5237686" y="2115388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003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9074BE3-BEFA-4848-962D-6A8DF83DB021}"/>
              </a:ext>
            </a:extLst>
          </p:cNvPr>
          <p:cNvGrpSpPr>
            <a:grpSpLocks/>
          </p:cNvGrpSpPr>
          <p:nvPr/>
        </p:nvGrpSpPr>
        <p:grpSpPr bwMode="auto">
          <a:xfrm>
            <a:off x="125798" y="2605459"/>
            <a:ext cx="1944216" cy="614363"/>
            <a:chOff x="6480626" y="1255885"/>
            <a:chExt cx="3041319" cy="96197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619183-0EEF-4E4C-8536-6419C53B9EFD}"/>
                </a:ext>
              </a:extLst>
            </p:cNvPr>
            <p:cNvSpPr/>
            <p:nvPr/>
          </p:nvSpPr>
          <p:spPr>
            <a:xfrm>
              <a:off x="6480626" y="1504458"/>
              <a:ext cx="3041319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Vue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E93B717-1C21-45FB-92A0-66CEA0709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156D42E-F9B6-4713-9C9F-6E34C3A173B7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ADD46AD-001E-4C85-8246-4A88625E1379}"/>
              </a:ext>
            </a:extLst>
          </p:cNvPr>
          <p:cNvGrpSpPr>
            <a:grpSpLocks/>
          </p:cNvGrpSpPr>
          <p:nvPr/>
        </p:nvGrpSpPr>
        <p:grpSpPr bwMode="auto">
          <a:xfrm>
            <a:off x="2401615" y="2605459"/>
            <a:ext cx="1944216" cy="614363"/>
            <a:chOff x="6480625" y="1255885"/>
            <a:chExt cx="3041318" cy="961979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A3E3DF9-2C99-4ADA-AB98-0C1BADAA4BE1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本地应用</a:t>
              </a:r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9ADBB28D-908A-4EC4-9C4E-B4025718C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E5CEC98-EA26-435C-AE35-E36611A3B229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180DD74-697B-4327-8338-680DB881DB9B}"/>
              </a:ext>
            </a:extLst>
          </p:cNvPr>
          <p:cNvGrpSpPr>
            <a:grpSpLocks/>
          </p:cNvGrpSpPr>
          <p:nvPr/>
        </p:nvGrpSpPr>
        <p:grpSpPr bwMode="auto">
          <a:xfrm>
            <a:off x="4677432" y="2605459"/>
            <a:ext cx="1944216" cy="614363"/>
            <a:chOff x="6480625" y="1255885"/>
            <a:chExt cx="3041318" cy="961979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55C8084-1579-463F-B3EC-0D3933B3C8F9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网络应用</a:t>
              </a: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F9C2D05-986F-4E5F-B8B1-DEE3D4112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BEF75E93-5F9D-425F-813E-050CA7D93DC3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A2CA2CB-1E39-4893-A0D8-0D47287E0704}"/>
              </a:ext>
            </a:extLst>
          </p:cNvPr>
          <p:cNvGrpSpPr>
            <a:grpSpLocks/>
          </p:cNvGrpSpPr>
          <p:nvPr/>
        </p:nvGrpSpPr>
        <p:grpSpPr bwMode="auto">
          <a:xfrm>
            <a:off x="6953250" y="2605459"/>
            <a:ext cx="1944216" cy="614363"/>
            <a:chOff x="6480625" y="1255885"/>
            <a:chExt cx="3041318" cy="961979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FCA37FF-5042-4841-B59E-D15FF9BCC5B8}"/>
                </a:ext>
              </a:extLst>
            </p:cNvPr>
            <p:cNvSpPr/>
            <p:nvPr/>
          </p:nvSpPr>
          <p:spPr>
            <a:xfrm>
              <a:off x="6480625" y="1504458"/>
              <a:ext cx="3041318" cy="713406"/>
            </a:xfrm>
            <a:prstGeom prst="rect">
              <a:avLst/>
            </a:prstGeom>
            <a:solidFill>
              <a:srgbClr val="AD2C2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综合应用</a:t>
              </a:r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33DD4BFE-3CEA-437E-811B-38D56F9A4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0820" y="1275097"/>
              <a:ext cx="250930" cy="228190"/>
            </a:xfrm>
            <a:custGeom>
              <a:avLst/>
              <a:gdLst>
                <a:gd name="T0" fmla="*/ 223049 w 135"/>
                <a:gd name="T1" fmla="*/ 27828 h 123"/>
                <a:gd name="T2" fmla="*/ 130112 w 135"/>
                <a:gd name="T3" fmla="*/ 27828 h 123"/>
                <a:gd name="T4" fmla="*/ 20446 w 135"/>
                <a:gd name="T5" fmla="*/ 133575 h 123"/>
                <a:gd name="T6" fmla="*/ 20446 w 135"/>
                <a:gd name="T7" fmla="*/ 207783 h 123"/>
                <a:gd name="T8" fmla="*/ 94796 w 135"/>
                <a:gd name="T9" fmla="*/ 207783 h 123"/>
                <a:gd name="T10" fmla="*/ 202603 w 135"/>
                <a:gd name="T11" fmla="*/ 100181 h 123"/>
                <a:gd name="T12" fmla="*/ 202603 w 135"/>
                <a:gd name="T13" fmla="*/ 48235 h 123"/>
                <a:gd name="T14" fmla="*/ 150558 w 135"/>
                <a:gd name="T15" fmla="*/ 48235 h 123"/>
                <a:gd name="T16" fmla="*/ 68773 w 135"/>
                <a:gd name="T17" fmla="*/ 129864 h 123"/>
                <a:gd name="T18" fmla="*/ 68773 w 135"/>
                <a:gd name="T19" fmla="*/ 139140 h 123"/>
                <a:gd name="T20" fmla="*/ 79926 w 135"/>
                <a:gd name="T21" fmla="*/ 139140 h 123"/>
                <a:gd name="T22" fmla="*/ 161710 w 135"/>
                <a:gd name="T23" fmla="*/ 59367 h 123"/>
                <a:gd name="T24" fmla="*/ 191450 w 135"/>
                <a:gd name="T25" fmla="*/ 59367 h 123"/>
                <a:gd name="T26" fmla="*/ 191450 w 135"/>
                <a:gd name="T27" fmla="*/ 89050 h 123"/>
                <a:gd name="T28" fmla="*/ 83643 w 135"/>
                <a:gd name="T29" fmla="*/ 196652 h 123"/>
                <a:gd name="T30" fmla="*/ 31599 w 135"/>
                <a:gd name="T31" fmla="*/ 196652 h 123"/>
                <a:gd name="T32" fmla="*/ 31599 w 135"/>
                <a:gd name="T33" fmla="*/ 144706 h 123"/>
                <a:gd name="T34" fmla="*/ 139406 w 135"/>
                <a:gd name="T35" fmla="*/ 38959 h 123"/>
                <a:gd name="T36" fmla="*/ 211896 w 135"/>
                <a:gd name="T37" fmla="*/ 38959 h 123"/>
                <a:gd name="T38" fmla="*/ 211896 w 135"/>
                <a:gd name="T39" fmla="*/ 111312 h 123"/>
                <a:gd name="T40" fmla="*/ 131971 w 135"/>
                <a:gd name="T41" fmla="*/ 192941 h 123"/>
                <a:gd name="T42" fmla="*/ 131971 w 135"/>
                <a:gd name="T43" fmla="*/ 202217 h 123"/>
                <a:gd name="T44" fmla="*/ 143123 w 135"/>
                <a:gd name="T45" fmla="*/ 202217 h 123"/>
                <a:gd name="T46" fmla="*/ 223049 w 135"/>
                <a:gd name="T47" fmla="*/ 120588 h 123"/>
                <a:gd name="T48" fmla="*/ 223049 w 135"/>
                <a:gd name="T49" fmla="*/ 27828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5" h="123">
                  <a:moveTo>
                    <a:pt x="120" y="15"/>
                  </a:moveTo>
                  <a:cubicBezTo>
                    <a:pt x="106" y="0"/>
                    <a:pt x="84" y="0"/>
                    <a:pt x="70" y="15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0" y="83"/>
                    <a:pt x="0" y="101"/>
                    <a:pt x="11" y="112"/>
                  </a:cubicBezTo>
                  <a:cubicBezTo>
                    <a:pt x="22" y="123"/>
                    <a:pt x="40" y="123"/>
                    <a:pt x="51" y="112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117" y="46"/>
                    <a:pt x="117" y="34"/>
                    <a:pt x="109" y="26"/>
                  </a:cubicBezTo>
                  <a:cubicBezTo>
                    <a:pt x="101" y="18"/>
                    <a:pt x="89" y="18"/>
                    <a:pt x="81" y="26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5" y="71"/>
                    <a:pt x="35" y="74"/>
                    <a:pt x="37" y="75"/>
                  </a:cubicBezTo>
                  <a:cubicBezTo>
                    <a:pt x="39" y="77"/>
                    <a:pt x="41" y="77"/>
                    <a:pt x="43" y="75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91" y="27"/>
                    <a:pt x="99" y="27"/>
                    <a:pt x="103" y="32"/>
                  </a:cubicBezTo>
                  <a:cubicBezTo>
                    <a:pt x="108" y="36"/>
                    <a:pt x="108" y="44"/>
                    <a:pt x="103" y="48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37" y="114"/>
                    <a:pt x="25" y="114"/>
                    <a:pt x="17" y="106"/>
                  </a:cubicBezTo>
                  <a:cubicBezTo>
                    <a:pt x="9" y="98"/>
                    <a:pt x="9" y="86"/>
                    <a:pt x="17" y="78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6" y="10"/>
                    <a:pt x="103" y="10"/>
                    <a:pt x="114" y="21"/>
                  </a:cubicBezTo>
                  <a:cubicBezTo>
                    <a:pt x="125" y="32"/>
                    <a:pt x="125" y="49"/>
                    <a:pt x="114" y="60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9" y="105"/>
                    <a:pt x="69" y="108"/>
                    <a:pt x="71" y="109"/>
                  </a:cubicBezTo>
                  <a:cubicBezTo>
                    <a:pt x="72" y="111"/>
                    <a:pt x="75" y="111"/>
                    <a:pt x="77" y="109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35" y="51"/>
                    <a:pt x="135" y="29"/>
                    <a:pt x="1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872EA34E-4433-4D18-80AF-56C604A90C9C}"/>
                </a:ext>
              </a:extLst>
            </p:cNvPr>
            <p:cNvSpPr/>
            <p:nvPr/>
          </p:nvSpPr>
          <p:spPr>
            <a:xfrm>
              <a:off x="6721507" y="1255885"/>
              <a:ext cx="819492" cy="8202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B32C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zh-CN" sz="2400" dirty="0">
                  <a:solidFill>
                    <a:srgbClr val="B32C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2400" dirty="0">
                <a:solidFill>
                  <a:srgbClr val="B32C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7524328" y="2115388"/>
            <a:ext cx="558450" cy="6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162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488AAC98-947D-4C8C-8081-611F4734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8" t="23634" r="38136" b="6457"/>
          <a:stretch/>
        </p:blipFill>
        <p:spPr>
          <a:xfrm>
            <a:off x="2699792" y="711839"/>
            <a:ext cx="3205402" cy="371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4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48133</TotalTime>
  <Words>5992</Words>
  <Application>Microsoft Office PowerPoint</Application>
  <PresentationFormat>全屏显示(16:9)</PresentationFormat>
  <Paragraphs>2741</Paragraphs>
  <Slides>317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317</vt:i4>
      </vt:variant>
    </vt:vector>
  </HeadingPairs>
  <TitlesOfParts>
    <vt:vector size="329" baseType="lpstr">
      <vt:lpstr>HelveticaNeue</vt:lpstr>
      <vt:lpstr>Menlo</vt:lpstr>
      <vt:lpstr>黑体</vt:lpstr>
      <vt:lpstr>微软雅黑</vt:lpstr>
      <vt:lpstr>Arial</vt:lpstr>
      <vt:lpstr>Calibri</vt:lpstr>
      <vt:lpstr>Segoe UI</vt:lpstr>
      <vt:lpstr>Wingdings</vt:lpstr>
      <vt:lpstr>1_自定义设计方案</vt:lpstr>
      <vt:lpstr>自定义设计方案</vt:lpstr>
      <vt:lpstr>3_自定义设计方案</vt:lpstr>
      <vt:lpstr>2_自定义设计方案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</dc:creator>
  <cp:lastModifiedBy>my2246</cp:lastModifiedBy>
  <cp:revision>756</cp:revision>
  <dcterms:created xsi:type="dcterms:W3CDTF">2015-06-29T15:19:00Z</dcterms:created>
  <dcterms:modified xsi:type="dcterms:W3CDTF">2019-11-08T10:43:33Z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2052-1.1.0.1454</vt:lpwstr>
  </property>
</Properties>
</file>